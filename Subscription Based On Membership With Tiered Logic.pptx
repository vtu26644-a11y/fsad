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59" r:id="rId1"/>
    <p:sldMasterId id="2147483671" r:id="rId2"/>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8288000" cy="10287000"/>
  <p:notesSz cx="6857895" cy="9143861"/>
  <p:kinsoku lang="zh-CN" invalStChars="!%),.:;?]}¨·ˇˉ་―‖’”…‰∶、。〃々〉》」』】〕〗！＂＇％），．：；？］｀｜｝～￠" invalEndChars="([{·‘“〈《「『【〔〖（．［｛￡￥"/>
  <p:defaultTextStyle>
    <a:defPPr>
      <a:defRPr lang="zh-CN"/>
    </a:defPPr>
    <a:lvl1pPr marL="0" indent="0" algn="l" defTabSz="914400" rtl="0" eaLnBrk="1" fontAlgn="base" latinLnBrk="0" hangingPunct="1">
      <a:lnSpc>
        <a:spcPct val="100000"/>
      </a:lnSpc>
      <a:spcBef>
        <a:spcPts val="0"/>
      </a:spcBef>
      <a:spcAft>
        <a:spcPts val="0"/>
      </a:spcAft>
      <a:buNone/>
      <a:defRPr sz="1800" b="0" i="0" u="none" baseline="0">
        <a:solidFill>
          <a:schemeClr val="tx1"/>
        </a:solidFill>
        <a:latin typeface="Droid Sans" pitchFamily="0" charset="0"/>
        <a:ea typeface="宋体" pitchFamily="0" charset="0"/>
        <a:cs typeface="Droid Sans" pitchFamily="0" charset="0"/>
      </a:defRPr>
    </a:lvl1pPr>
    <a:lvl2pPr marL="457200" indent="0" algn="l" defTabSz="914400" rtl="0" eaLnBrk="1" fontAlgn="base" latinLnBrk="0" hangingPunct="1">
      <a:lnSpc>
        <a:spcPct val="100000"/>
      </a:lnSpc>
      <a:spcBef>
        <a:spcPts val="0"/>
      </a:spcBef>
      <a:spcAft>
        <a:spcPts val="0"/>
      </a:spcAft>
      <a:buNone/>
      <a:defRPr sz="1800" b="0" i="0" u="none" baseline="0">
        <a:solidFill>
          <a:schemeClr val="tx1"/>
        </a:solidFill>
        <a:latin typeface="Droid Sans" pitchFamily="0" charset="0"/>
        <a:ea typeface="宋体" pitchFamily="0" charset="0"/>
        <a:cs typeface="Droid Sans" pitchFamily="0" charset="0"/>
      </a:defRPr>
    </a:lvl2pPr>
    <a:lvl3pPr marL="914400" indent="0" algn="l" defTabSz="914400" rtl="0" eaLnBrk="1" fontAlgn="base" latinLnBrk="0" hangingPunct="1">
      <a:lnSpc>
        <a:spcPct val="100000"/>
      </a:lnSpc>
      <a:spcBef>
        <a:spcPts val="0"/>
      </a:spcBef>
      <a:spcAft>
        <a:spcPts val="0"/>
      </a:spcAft>
      <a:buNone/>
      <a:defRPr sz="1800" b="0" i="0" u="none" baseline="0">
        <a:solidFill>
          <a:schemeClr val="tx1"/>
        </a:solidFill>
        <a:latin typeface="Droid Sans" pitchFamily="0" charset="0"/>
        <a:ea typeface="宋体" pitchFamily="0" charset="0"/>
        <a:cs typeface="Droid Sans" pitchFamily="0" charset="0"/>
      </a:defRPr>
    </a:lvl3pPr>
    <a:lvl4pPr marL="1371600" indent="0" algn="l" defTabSz="914400" rtl="0" eaLnBrk="1" fontAlgn="base" latinLnBrk="0" hangingPunct="1">
      <a:lnSpc>
        <a:spcPct val="100000"/>
      </a:lnSpc>
      <a:spcBef>
        <a:spcPts val="0"/>
      </a:spcBef>
      <a:spcAft>
        <a:spcPts val="0"/>
      </a:spcAft>
      <a:buNone/>
      <a:defRPr sz="1800" b="0" i="0" u="none" baseline="0">
        <a:solidFill>
          <a:schemeClr val="tx1"/>
        </a:solidFill>
        <a:latin typeface="Droid Sans" pitchFamily="0" charset="0"/>
        <a:ea typeface="宋体" pitchFamily="0" charset="0"/>
        <a:cs typeface="Droid Sans" pitchFamily="0" charset="0"/>
      </a:defRPr>
    </a:lvl4pPr>
    <a:lvl5pPr marL="1828800" indent="0" algn="l" defTabSz="914400" rtl="0" eaLnBrk="1" fontAlgn="base" latinLnBrk="0" hangingPunct="1">
      <a:lnSpc>
        <a:spcPct val="100000"/>
      </a:lnSpc>
      <a:spcBef>
        <a:spcPts val="0"/>
      </a:spcBef>
      <a:spcAft>
        <a:spcPts val="0"/>
      </a:spcAft>
      <a:buNone/>
      <a:defRPr sz="1800" b="0" i="0" u="none" baseline="0">
        <a:solidFill>
          <a:schemeClr val="tx1"/>
        </a:solidFill>
        <a:latin typeface="Droid Sans" pitchFamily="0" charset="0"/>
        <a:ea typeface="宋体" pitchFamily="0" charset="0"/>
        <a:cs typeface="Droid Sans" pitchFamily="0" charset="0"/>
      </a:defRPr>
    </a:lvl5pPr>
    <a:lvl6pPr marL="1828800" indent="0" algn="l" defTabSz="914400" rtl="0" eaLnBrk="1" fontAlgn="base" latinLnBrk="0" hangingPunct="1">
      <a:lnSpc>
        <a:spcPct val="100000"/>
      </a:lnSpc>
      <a:spcBef>
        <a:spcPts val="0"/>
      </a:spcBef>
      <a:spcAft>
        <a:spcPts val="0"/>
      </a:spcAft>
      <a:buNone/>
      <a:defRPr sz="1800" b="0" i="0" u="none" baseline="0">
        <a:solidFill>
          <a:schemeClr val="tx1"/>
        </a:solidFill>
        <a:latin typeface="Droid Sans" pitchFamily="0" charset="0"/>
        <a:ea typeface="宋体" pitchFamily="0" charset="0"/>
        <a:cs typeface="Droid Sans" pitchFamily="0" charset="0"/>
      </a:defRPr>
    </a:lvl6pPr>
    <a:lvl7pPr marL="1828800" indent="0" algn="l" defTabSz="914400" rtl="0" eaLnBrk="1" fontAlgn="base" latinLnBrk="0" hangingPunct="1">
      <a:lnSpc>
        <a:spcPct val="100000"/>
      </a:lnSpc>
      <a:spcBef>
        <a:spcPts val="0"/>
      </a:spcBef>
      <a:spcAft>
        <a:spcPts val="0"/>
      </a:spcAft>
      <a:buNone/>
      <a:defRPr sz="1800" b="0" i="0" u="none" baseline="0">
        <a:solidFill>
          <a:schemeClr val="tx1"/>
        </a:solidFill>
        <a:latin typeface="Droid Sans" pitchFamily="0" charset="0"/>
        <a:ea typeface="宋体" pitchFamily="0" charset="0"/>
        <a:cs typeface="Droid Sans" pitchFamily="0" charset="0"/>
      </a:defRPr>
    </a:lvl7pPr>
    <a:lvl8pPr marL="1828800" indent="0" algn="l" defTabSz="914400" rtl="0" eaLnBrk="1" fontAlgn="base" latinLnBrk="0" hangingPunct="1">
      <a:lnSpc>
        <a:spcPct val="100000"/>
      </a:lnSpc>
      <a:spcBef>
        <a:spcPts val="0"/>
      </a:spcBef>
      <a:spcAft>
        <a:spcPts val="0"/>
      </a:spcAft>
      <a:buNone/>
      <a:defRPr sz="1800" b="0" i="0" u="none" baseline="0">
        <a:solidFill>
          <a:schemeClr val="tx1"/>
        </a:solidFill>
        <a:latin typeface="Droid Sans" pitchFamily="0" charset="0"/>
        <a:ea typeface="宋体" pitchFamily="0" charset="0"/>
        <a:cs typeface="Droid Sans" pitchFamily="0" charset="0"/>
      </a:defRPr>
    </a:lvl8pPr>
    <a:lvl9pPr marL="1828800" indent="0" algn="l" defTabSz="914400" rtl="0" eaLnBrk="1" fontAlgn="base" latinLnBrk="0" hangingPunct="1">
      <a:lnSpc>
        <a:spcPct val="100000"/>
      </a:lnSpc>
      <a:spcBef>
        <a:spcPts val="0"/>
      </a:spcBef>
      <a:spcAft>
        <a:spcPts val="0"/>
      </a:spcAft>
      <a:buNone/>
      <a:defRPr sz="1800" b="0" i="0" u="none" baseline="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098" autoAdjust="0"/>
    <p:restoredTop sz="94621" autoAdjust="0"/>
  </p:normalViewPr>
  <p:slideViewPr>
    <p:cSldViewPr>
      <p:cViewPr varScale="1">
        <p:scale>
          <a:sx n="56" d="100"/>
          <a:sy n="56" d="100"/>
        </p:scale>
        <p:origin x="0" y="0"/>
      </p:cViewPr>
      <p:guideLst>
        <p:guide orient="horz" pos="2160"/>
        <p:guide pos="2880"/>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1371600" y="3195637"/>
            <a:ext cx="15544800" cy="2205037"/>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2743200" y="5829299"/>
            <a:ext cx="12801600" cy="262889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463903931"/>
      </p:ext>
    </p:extLst>
  </p:cSld>
  <p:clrMapOvr>
    <a:masterClrMapping/>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443722492"/>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097310284"/>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712649760"/>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7"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8"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9"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716536257"/>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4"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5"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001318142"/>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3"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4"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953240125"/>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359703743"/>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808940085"/>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644717906"/>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608375246"/>
      </p:ext>
    </p:extLst>
  </p:cSld>
  <p:clrMapOvr>
    <a:masterClrMapping xmlns:a="http://schemas.openxmlformats.org/drawingml/2006/main"/>
  </p:clrMapOvr>
</p:sldLayout>
</file>

<file path=ppt/slideLayouts/slideLayout12.xml><?xml version="1.0" encoding="utf-8"?>
<p:sldLayout xmlns:p="http://schemas.openxmlformats.org/presentationml/2006/main" type="title" preserve="1">
  <p:cSld name="标题幻灯片">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ctrTitle"/>
          </p:nvPr>
        </p:nvSpPr>
        <p:spPr>
          <a:xfrm xmlns:a="http://schemas.openxmlformats.org/drawingml/2006/main">
            <a:off x="1371600" y="3195637"/>
            <a:ext cx="15544800" cy="2205037"/>
          </a:xfrm>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subTitle" idx="1"/>
          </p:nvPr>
        </p:nvSpPr>
        <p:spPr>
          <a:xfrm xmlns:a="http://schemas.openxmlformats.org/drawingml/2006/main">
            <a:off x="2743200" y="5829299"/>
            <a:ext cx="12801600" cy="2628899"/>
          </a:xfrm>
        </p:spPr>
        <p:txBody>
          <a:bodyPr xmlns:a="http://schemas.openxmlformats.org/drawingml/2006/main"/>
          <a:lstStyle xmlns:a="http://schemas.openxmlformats.org/drawingml/2006/main">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rPr lang="zh-CN" altLang="en-US" smtClean="0"/>
              <a:t>单击此处编辑母版副标题样式</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691830425"/>
      </p:ext>
    </p:extLst>
  </p:cSld>
  <p:clrMapOvr>
    <a:masterClrMapping xmlns:a="http://schemas.openxmlformats.org/drawingml/2006/main"/>
  </p:clrMapOvr>
</p:sldLayout>
</file>

<file path=ppt/slideLayouts/slideLayout13.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73012899"/>
      </p:ext>
    </p:extLst>
  </p:cSld>
  <p:clrMapOvr>
    <a:masterClrMapping xmlns:a="http://schemas.openxmlformats.org/drawingml/2006/main"/>
  </p:clrMapOvr>
</p:sldLayout>
</file>

<file path=ppt/slideLayouts/slideLayout14.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517263341"/>
      </p:ext>
    </p:extLst>
  </p:cSld>
  <p:clrMapOvr>
    <a:masterClrMapping xmlns:a="http://schemas.openxmlformats.org/drawingml/2006/main"/>
  </p:clrMapOvr>
</p:sldLayout>
</file>

<file path=ppt/slideLayouts/slideLayout15.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910896733"/>
      </p:ext>
    </p:extLst>
  </p:cSld>
  <p:clrMapOvr>
    <a:masterClrMapping xmlns:a="http://schemas.openxmlformats.org/drawingml/2006/main"/>
  </p:clrMapOvr>
</p:sldLayout>
</file>

<file path=ppt/slideLayouts/slideLayout16.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7"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8"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9"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406300629"/>
      </p:ext>
    </p:extLst>
  </p:cSld>
  <p:clrMapOvr>
    <a:masterClrMapping xmlns:a="http://schemas.openxmlformats.org/drawingml/2006/main"/>
  </p:clrMapOvr>
</p:sldLayout>
</file>

<file path=ppt/slideLayouts/slideLayout17.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4"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5"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541290272"/>
      </p:ext>
    </p:extLst>
  </p:cSld>
  <p:clrMapOvr>
    <a:masterClrMapping xmlns:a="http://schemas.openxmlformats.org/drawingml/2006/main"/>
  </p:clrMapOvr>
</p:sldLayout>
</file>

<file path=ppt/slideLayouts/slideLayout18.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3"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4"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764032478"/>
      </p:ext>
    </p:extLst>
  </p:cSld>
  <p:clrMapOvr>
    <a:masterClrMapping xmlns:a="http://schemas.openxmlformats.org/drawingml/2006/main"/>
  </p:clrMapOvr>
</p:sldLayout>
</file>

<file path=ppt/slideLayouts/slideLayout19.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137318301"/>
      </p:ext>
    </p:extLst>
  </p:cSld>
  <p:clrMapOvr>
    <a:masterClrMapping xmlns:a="http://schemas.openxmlformats.org/drawingml/2006/main"/>
  </p:clrMapOvr>
</p:sldLayout>
</file>

<file path=ppt/slideLayouts/slideLayout20.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066214853"/>
      </p:ext>
    </p:extLst>
  </p:cSld>
  <p:clrMapOvr>
    <a:masterClrMapping xmlns:a="http://schemas.openxmlformats.org/drawingml/2006/main"/>
  </p:clrMapOvr>
</p:sldLayout>
</file>

<file path=ppt/slideLayouts/slideLayout21.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418354365"/>
      </p:ext>
    </p:extLst>
  </p:cSld>
  <p:clrMapOvr>
    <a:masterClrMapping xmlns:a="http://schemas.openxmlformats.org/drawingml/2006/main"/>
  </p:clrMapOvr>
</p:sldLayout>
</file>

<file path=ppt/slideLayouts/slideLayout22.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301005922"/>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文本框"/>
          <p:cNvSpPr>
            <a:spLocks noGrp="1"/>
          </p:cNvSpPr>
          <p:nvPr>
            <p:ph type="title"/>
          </p:nvPr>
        </p:nvSpPr>
        <p:spPr>
          <a:xfrm rot="0">
            <a:off x="457200" y="274637"/>
            <a:ext cx="8229600" cy="1143000"/>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3" name="文本框"/>
          <p:cNvSpPr>
            <a:spLocks noGrp="1"/>
          </p:cNvSpPr>
          <p:nvPr>
            <p:ph type="body" idx="1"/>
          </p:nvPr>
        </p:nvSpPr>
        <p:spPr>
          <a:xfrm rot="0">
            <a:off x="457200" y="1600200"/>
            <a:ext cx="8229600" cy="4525962"/>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文本框"/>
          <p:cNvSpPr>
            <a:spLocks noGrp="1"/>
          </p:cNvSpPr>
          <p:nvPr>
            <p:ph type="dt"/>
          </p:nvPr>
        </p:nvSpPr>
        <p:spPr>
          <a:xfrm rot="0">
            <a:off x="457200" y="6356350"/>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a:buNone/>
            </a:pPr>
            <a:fld id="{CAD2D6BD-DE1B-4B5F-8B41-2702339687B9}" type="datetime1">
              <a:rPr lang="en-US" altLang="zh-CN" sz="1200">
                <a:solidFill>
                  <a:srgbClr val="898989"/>
                </a:solidFill>
                <a:latin typeface="Calibri" pitchFamily="0" charset="0"/>
                <a:ea typeface="宋体" pitchFamily="0" charset="0"/>
                <a:cs typeface="Calibri" pitchFamily="0" charset="0"/>
              </a:rPr>
              <a:t>3/26/2026</a:t>
            </a:fld>
            <a:endParaRPr lang="zh-CN" altLang="en-US" sz="1200">
              <a:solidFill>
                <a:srgbClr val="898989"/>
              </a:solidFill>
              <a:latin typeface="Calibri" pitchFamily="0" charset="0"/>
              <a:ea typeface="宋体" pitchFamily="0" charset="0"/>
              <a:cs typeface="Calibri" pitchFamily="0" charset="0"/>
            </a:endParaRPr>
          </a:p>
        </p:txBody>
      </p:sp>
      <p:sp>
        <p:nvSpPr>
          <p:cNvPr id="5" name="文本框"/>
          <p:cNvSpPr>
            <a:spLocks noGrp="1"/>
          </p:cNvSpPr>
          <p:nvPr>
            <p:ph type="ftr"/>
          </p:nvPr>
        </p:nvSpPr>
        <p:spPr>
          <a:xfrm rot="0">
            <a:off x="3124200" y="6356350"/>
            <a:ext cx="2895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a:buNone/>
            </a:pPr>
            <a:endParaRPr lang="zh-CN" altLang="en-US" sz="1200">
              <a:solidFill>
                <a:srgbClr val="898989"/>
              </a:solidFill>
              <a:latin typeface="Calibri" pitchFamily="0" charset="0"/>
              <a:ea typeface="宋体" pitchFamily="0" charset="0"/>
              <a:cs typeface="Calibri" pitchFamily="0" charset="0"/>
            </a:endParaRPr>
          </a:p>
        </p:txBody>
      </p:sp>
      <p:sp>
        <p:nvSpPr>
          <p:cNvPr id="6" name="文本框"/>
          <p:cNvSpPr>
            <a:spLocks noGrp="1"/>
          </p:cNvSpPr>
          <p:nvPr>
            <p:ph type="sldNum"/>
          </p:nvPr>
        </p:nvSpPr>
        <p:spPr>
          <a:xfrm rot="0">
            <a:off x="6553200" y="6356350"/>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a:buNone/>
            </a:pPr>
            <a:fld id="{CAD2D6BD-DE1B-4B5F-8B41-2702339687B9}" type="slidenum">
              <a:rPr lang="en-US" altLang="zh-CN" sz="1200" b="0" i="0" u="none" strike="noStrike" kern="0" cap="none" spc="0" baseline="0">
                <a:solidFill>
                  <a:srgbClr val="898989"/>
                </a:solidFill>
                <a:latin typeface="Calibri" pitchFamily="0" charset="0"/>
                <a:ea typeface="宋体" pitchFamily="0" charset="0"/>
                <a:cs typeface="Calibri" pitchFamily="0" charset="0"/>
              </a:rPr>
              <a:t>&lt;#&gt;</a:t>
            </a:fld>
            <a:endParaRPr lang="zh-CN" altLang="en-US" sz="1200">
              <a:solidFill>
                <a:srgbClr val="898989"/>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1733046050"/>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lvl1pPr marL="0" indent="0" algn="ctr" defTabSz="914400" rtl="0" eaLnBrk="1" fontAlgn="base" latinLnBrk="0" hangingPunct="1">
        <a:lnSpc>
          <a:spcPct val="100000"/>
        </a:lnSpc>
        <a:spcBef>
          <a:spcPts val="0"/>
        </a:spcBef>
        <a:spcAft>
          <a:spcPts val="0"/>
        </a:spcAft>
        <a:buNone/>
        <a:defRPr sz="4400" b="0" i="0" u="none" baseline="0">
          <a:solidFill>
            <a:schemeClr val="tx1"/>
          </a:solidFill>
          <a:latin typeface="Calibri" pitchFamily="0" charset="0"/>
          <a:ea typeface="宋体" pitchFamily="0" charset="0"/>
          <a:cs typeface="Calibri" pitchFamily="0" charset="0"/>
        </a:defRPr>
      </a:lvl1pPr>
    </p:titleStyle>
    <p:bodyStyle>
      <a:lvl1pPr marL="342900" indent="-342900" algn="l" defTabSz="914400" rtl="0" eaLnBrk="1" fontAlgn="base" latinLnBrk="0" hangingPunct="1">
        <a:lnSpc>
          <a:spcPct val="100000"/>
        </a:lnSpc>
        <a:spcBef>
          <a:spcPct val="20000"/>
        </a:spcBef>
        <a:spcAft>
          <a:spcPts val="0"/>
        </a:spcAft>
        <a:buSzPct val="100000"/>
        <a:buFont typeface="Arial" pitchFamily="34" charset="0"/>
        <a:buChar char="•"/>
        <a:defRPr sz="3200" b="0" i="0" u="none" baseline="0">
          <a:solidFill>
            <a:schemeClr val="tx1"/>
          </a:solidFill>
          <a:latin typeface="Calibri" pitchFamily="0" charset="0"/>
          <a:ea typeface="宋体" pitchFamily="0" charset="0"/>
          <a:cs typeface="Calibri" pitchFamily="0" charset="0"/>
        </a:defRPr>
      </a:lvl1pPr>
      <a:lvl2pPr marL="742950" indent="-285750" algn="l" defTabSz="914400" rtl="0" eaLnBrk="1" fontAlgn="base" latinLnBrk="0" hangingPunct="1">
        <a:lnSpc>
          <a:spcPct val="100000"/>
        </a:lnSpc>
        <a:spcBef>
          <a:spcPct val="20000"/>
        </a:spcBef>
        <a:spcAft>
          <a:spcPts val="0"/>
        </a:spcAft>
        <a:buSzPct val="100000"/>
        <a:buFont typeface="Arial" pitchFamily="34" charset="0"/>
        <a:buChar char="–"/>
        <a:defRPr sz="2800" b="0" i="0" u="none" baseline="0">
          <a:solidFill>
            <a:schemeClr val="tx1"/>
          </a:solidFill>
          <a:latin typeface="Calibri" pitchFamily="0" charset="0"/>
          <a:ea typeface="宋体" pitchFamily="0" charset="0"/>
          <a:cs typeface="Calibri" pitchFamily="0" charset="0"/>
        </a:defRPr>
      </a:lvl2pPr>
      <a:lvl3pPr marL="1143000" indent="-228600" algn="l" defTabSz="914400" rtl="0" eaLnBrk="1" fontAlgn="base" latinLnBrk="0" hangingPunct="1">
        <a:lnSpc>
          <a:spcPct val="100000"/>
        </a:lnSpc>
        <a:spcBef>
          <a:spcPct val="20000"/>
        </a:spcBef>
        <a:spcAft>
          <a:spcPts val="0"/>
        </a:spcAft>
        <a:buSzPct val="100000"/>
        <a:buFont typeface="Arial" pitchFamily="34" charset="0"/>
        <a:buChar char="•"/>
        <a:defRPr sz="2400" b="0" i="0" u="none" baseline="0">
          <a:solidFill>
            <a:schemeClr val="tx1"/>
          </a:solidFill>
          <a:latin typeface="Calibri" pitchFamily="0" charset="0"/>
          <a:ea typeface="宋体" pitchFamily="0" charset="0"/>
          <a:cs typeface="Calibri" pitchFamily="0" charset="0"/>
        </a:defRPr>
      </a:lvl3pPr>
      <a:lvl4pPr marL="16002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4pPr>
      <a:lvl5pPr marL="20574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5pPr>
      <a:lvl6pPr marL="20574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6pPr>
      <a:lvl7pPr marL="20574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7pPr>
      <a:lvl8pPr marL="20574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8pPr>
      <a:lvl9pPr marL="20574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9pPr>
    </p:bodyStyle>
  </p:txStyles>
</p:sldMaster>
</file>

<file path=ppt/slideMasters/slideMaster2.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dt"/>
          </p:nvPr>
        </p:nvSpPr>
        <p:spPr>
          <a:xfrm rot="0">
            <a:off x="457200" y="6356350"/>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a:buNone/>
            </a:pPr>
            <a:endParaRPr lang="zh-CN" altLang="en-US" sz="1200">
              <a:solidFill>
                <a:srgbClr val="898989"/>
              </a:solidFill>
              <a:latin typeface="Calibri" pitchFamily="0" charset="0"/>
              <a:ea typeface="宋体" pitchFamily="0" charset="0"/>
              <a:cs typeface="Calibri" pitchFamily="0" charset="0"/>
            </a:endParaRPr>
          </a:p>
        </p:txBody>
      </p:sp>
      <p:sp>
        <p:nvSpPr>
          <p:cNvPr id="8" name="文本框"/>
          <p:cNvSpPr>
            <a:spLocks noGrp="1"/>
          </p:cNvSpPr>
          <p:nvPr>
            <p:ph type="ftr"/>
          </p:nvPr>
        </p:nvSpPr>
        <p:spPr>
          <a:xfrm rot="0">
            <a:off x="3124200" y="6356350"/>
            <a:ext cx="2895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a:buNone/>
            </a:pPr>
            <a:endParaRPr lang="zh-CN" altLang="en-US" sz="1200">
              <a:solidFill>
                <a:srgbClr val="898989"/>
              </a:solidFill>
              <a:latin typeface="Calibri" pitchFamily="0" charset="0"/>
              <a:ea typeface="宋体" pitchFamily="0" charset="0"/>
              <a:cs typeface="Calibri" pitchFamily="0" charset="0"/>
            </a:endParaRPr>
          </a:p>
        </p:txBody>
      </p:sp>
      <p:sp>
        <p:nvSpPr>
          <p:cNvPr id="9" name="文本框"/>
          <p:cNvSpPr>
            <a:spLocks noGrp="1"/>
          </p:cNvSpPr>
          <p:nvPr>
            <p:ph type="sldNum"/>
          </p:nvPr>
        </p:nvSpPr>
        <p:spPr>
          <a:xfrm rot="0">
            <a:off x="6553200" y="6356350"/>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a:buNone/>
            </a:pPr>
            <a:fld id="{CAD2D6BD-DE1B-4B5F-8B41-2702339687B9}" type="slidenum">
              <a:rPr lang="en-US" altLang="zh-CN" sz="1200" b="0" i="0" u="none" strike="noStrike" kern="0" cap="none" spc="0" baseline="0">
                <a:solidFill>
                  <a:srgbClr val="898989"/>
                </a:solidFill>
                <a:latin typeface="Calibri" pitchFamily="0" charset="0"/>
                <a:ea typeface="宋体" pitchFamily="0" charset="0"/>
                <a:cs typeface="Calibri" pitchFamily="0" charset="0"/>
              </a:rPr>
              <a:t>&lt;#&gt;</a:t>
            </a:fld>
            <a:endParaRPr lang="zh-CN" altLang="en-US" sz="1200">
              <a:solidFill>
                <a:srgbClr val="898989"/>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170816514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lvl1pPr marL="0" indent="0" algn="ctr" defTabSz="914400" rtl="0" eaLnBrk="1" fontAlgn="base" latinLnBrk="0" hangingPunct="1">
        <a:lnSpc>
          <a:spcPct val="100000"/>
        </a:lnSpc>
        <a:spcBef>
          <a:spcPts val="0"/>
        </a:spcBef>
        <a:spcAft>
          <a:spcPts val="0"/>
        </a:spcAft>
        <a:buNone/>
        <a:defRPr sz="4400" b="0" i="0" u="none" baseline="0">
          <a:solidFill>
            <a:schemeClr val="tx1"/>
          </a:solidFill>
          <a:latin typeface="Calibri" pitchFamily="0" charset="0"/>
          <a:ea typeface="宋体" pitchFamily="0" charset="0"/>
          <a:cs typeface="Calibri" pitchFamily="0" charset="0"/>
        </a:defRPr>
      </a:lvl1pPr>
    </p:titleStyle>
    <p:bodyStyle>
      <a:lvl1pPr marL="342900" indent="-342900" algn="l" defTabSz="914400" rtl="0" eaLnBrk="1" fontAlgn="base" latinLnBrk="0" hangingPunct="1">
        <a:lnSpc>
          <a:spcPct val="100000"/>
        </a:lnSpc>
        <a:spcBef>
          <a:spcPct val="20000"/>
        </a:spcBef>
        <a:spcAft>
          <a:spcPts val="0"/>
        </a:spcAft>
        <a:buSzPct val="100000"/>
        <a:buFont typeface="Arial" pitchFamily="34" charset="0"/>
        <a:buChar char="•"/>
        <a:defRPr sz="3200" b="0" i="0" u="none" baseline="0">
          <a:solidFill>
            <a:schemeClr val="tx1"/>
          </a:solidFill>
          <a:latin typeface="Calibri" pitchFamily="0" charset="0"/>
          <a:ea typeface="宋体" pitchFamily="0" charset="0"/>
          <a:cs typeface="Calibri" pitchFamily="0" charset="0"/>
        </a:defRPr>
      </a:lvl1pPr>
      <a:lvl2pPr marL="742950" indent="-285750" algn="l" defTabSz="914400" rtl="0" eaLnBrk="1" fontAlgn="base" latinLnBrk="0" hangingPunct="1">
        <a:lnSpc>
          <a:spcPct val="100000"/>
        </a:lnSpc>
        <a:spcBef>
          <a:spcPct val="20000"/>
        </a:spcBef>
        <a:spcAft>
          <a:spcPts val="0"/>
        </a:spcAft>
        <a:buSzPct val="100000"/>
        <a:buFont typeface="Arial" pitchFamily="34" charset="0"/>
        <a:buChar char="–"/>
        <a:defRPr sz="2800" b="0" i="0" u="none" baseline="0">
          <a:solidFill>
            <a:schemeClr val="tx1"/>
          </a:solidFill>
          <a:latin typeface="Calibri" pitchFamily="0" charset="0"/>
          <a:ea typeface="宋体" pitchFamily="0" charset="0"/>
          <a:cs typeface="Calibri" pitchFamily="0" charset="0"/>
        </a:defRPr>
      </a:lvl2pPr>
      <a:lvl3pPr marL="1143000" indent="-228600" algn="l" defTabSz="914400" rtl="0" eaLnBrk="1" fontAlgn="base" latinLnBrk="0" hangingPunct="1">
        <a:lnSpc>
          <a:spcPct val="100000"/>
        </a:lnSpc>
        <a:spcBef>
          <a:spcPct val="20000"/>
        </a:spcBef>
        <a:spcAft>
          <a:spcPts val="0"/>
        </a:spcAft>
        <a:buSzPct val="100000"/>
        <a:buFont typeface="Arial" pitchFamily="34" charset="0"/>
        <a:buChar char="•"/>
        <a:defRPr sz="2400" b="0" i="0" u="none" baseline="0">
          <a:solidFill>
            <a:schemeClr val="tx1"/>
          </a:solidFill>
          <a:latin typeface="Calibri" pitchFamily="0" charset="0"/>
          <a:ea typeface="宋体" pitchFamily="0" charset="0"/>
          <a:cs typeface="Calibri" pitchFamily="0" charset="0"/>
        </a:defRPr>
      </a:lvl3pPr>
      <a:lvl4pPr marL="16002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4pPr>
      <a:lvl5pPr marL="20574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5pPr>
      <a:lvl6pPr marL="20574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6pPr>
      <a:lvl7pPr marL="20574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7pPr>
      <a:lvl8pPr marL="20574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8pPr>
      <a:lvl9pPr marL="2057400" indent="-228600" algn="l" defTabSz="914400" rtl="0" eaLnBrk="1" fontAlgn="base" latinLnBrk="0" hangingPunct="1">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宋体"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image" Target="../media/pimg1.png"/><Relationship Id="rId2"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image" Target="../media/pimg2.png"/><Relationship Id="rId2"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image" Target="../media/pimg3.png"/><Relationship Id="rId2"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image" Target="../media/pimg4.png"/><Relationship Id="rId2"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image" Target="../media/pimg5.png"/><Relationship Id="rId2" Type="http://schemas.openxmlformats.org/officeDocument/2006/relationships/image" Target="../media/2.png"/><Relationship Id="rId3"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image" Target="../media/pimg6.png"/><Relationship Id="rId2" Type="http://schemas.openxmlformats.org/officeDocument/2006/relationships/image" Target="../media/3.png"/><Relationship Id="rId3"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image" Target="../media/pimg7.png"/><Relationship Id="rId2"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image" Target="../media/pimg8.png"/><Relationship Id="rId2"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image" Target="../media/pimg9.png"/><Relationship Id="rId2" Type="http://schemas.openxmlformats.org/officeDocument/2006/relationships/image" Target="../media/4.jpg"/><Relationship Id="rId3"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image" Target="../media/pimg10.png"/><Relationship Id="rId2" Type="http://schemas.openxmlformats.org/officeDocument/2006/relationships/image" Target="../media/5.jpg"/><Relationship Id="rId3"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image" Target="../media/pimg11.png"/><Relationship Id="rId2" Type="http://schemas.openxmlformats.org/officeDocument/2006/relationships/image" Target="../media/6.jpg"/><Relationship Id="rId3"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image" Target="../media/pimg12.png"/><Relationship Id="rId2" Type="http://schemas.openxmlformats.org/officeDocument/2006/relationships/image" Target="../media/7.jpg"/><Relationship Id="rId3" Type="http://schemas.openxmlformats.org/officeDocument/2006/relationships/image" Target="../media/8.jpg"/><Relationship Id="rId4"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image" Target="../media/pimg13.png"/><Relationship Id="rId2"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image" Target="../media/pimg14.png"/><Relationship Id="rId2" Type="http://schemas.openxmlformats.org/officeDocument/2006/relationships/slideLayout" Target="../slideLayouts/slideLayout18.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12" name="组合"/>
          <p:cNvGrpSpPr>
            <a:grpSpLocks/>
          </p:cNvGrpSpPr>
          <p:nvPr/>
        </p:nvGrpSpPr>
        <p:grpSpPr>
          <a:xfrm>
            <a:off x="11761788" y="-9632950"/>
            <a:ext cx="10995025" cy="10995023"/>
            <a:chOff x="11761788" y="-9632950"/>
            <a:chExt cx="10995025" cy="10995023"/>
          </a:xfrm>
        </p:grpSpPr>
        <p:sp>
          <p:nvSpPr>
            <p:cNvPr id="10" name="曲线"/>
            <p:cNvSpPr>
              <a:spLocks/>
            </p:cNvSpPr>
            <p:nvPr/>
          </p:nvSpPr>
          <p:spPr>
            <a:xfrm rot="0">
              <a:off x="11761788" y="-9632950"/>
              <a:ext cx="10995025" cy="10995023"/>
            </a:xfrm>
            <a:custGeom>
              <a:gdLst>
                <a:gd name="T1" fmla="*/ 0 w 21600"/>
                <a:gd name="T2" fmla="*/ 0 h 21600"/>
                <a:gd name="T3" fmla="*/ 21600 w 21600"/>
                <a:gd name="T4" fmla="*/ 21600 h 21600"/>
              </a:gdLst>
              <a:rect l="T1" t="T2" r="T3" b="T4"/>
              <a:pathLst>
                <a:path w="21600" h="21600">
                  <a:moveTo>
                    <a:pt x="10800" y="0"/>
                  </a:moveTo>
                  <a:cubicBezTo>
                    <a:pt x="4834" y="0"/>
                    <a:pt x="0" y="4834"/>
                    <a:pt x="0" y="10800"/>
                  </a:cubicBezTo>
                  <a:cubicBezTo>
                    <a:pt x="0" y="16764"/>
                    <a:pt x="4834" y="21600"/>
                    <a:pt x="10800" y="21600"/>
                  </a:cubicBezTo>
                  <a:cubicBezTo>
                    <a:pt x="16764" y="21600"/>
                    <a:pt x="21600" y="16764"/>
                    <a:pt x="21600" y="10800"/>
                  </a:cubicBezTo>
                  <a:cubicBezTo>
                    <a:pt x="21600" y="4834"/>
                    <a:pt x="16764" y="0"/>
                    <a:pt x="10800" y="0"/>
                  </a:cubicBezTo>
                  <a:lnTo>
                    <a:pt x="10800" y="0"/>
                  </a:lnTo>
                  <a:lnTo>
                    <a:pt x="10800" y="0"/>
                  </a:lnTo>
                  <a:close/>
                </a:path>
              </a:pathLst>
            </a:custGeom>
            <a:noFill/>
            <a:ln w="514350" cmpd="sng" cap="flat">
              <a:solidFill>
                <a:srgbClr val="FD6220"/>
              </a:solidFill>
              <a:prstDash val="solid"/>
              <a:miter/>
            </a:ln>
          </p:spPr>
        </p:sp>
        <p:sp>
          <p:nvSpPr>
            <p:cNvPr id="11" name="矩形"/>
            <p:cNvSpPr>
              <a:spLocks/>
            </p:cNvSpPr>
            <p:nvPr/>
          </p:nvSpPr>
          <p:spPr>
            <a:xfrm rot="0">
              <a:off x="12792075" y="-8988426"/>
              <a:ext cx="8934451" cy="9320213"/>
            </a:xfrm>
            <a:prstGeom prst="rect"/>
            <a:noFill/>
            <a:ln w="12700" cmpd="sng" cap="flat">
              <a:noFill/>
              <a:prstDash val="solid"/>
              <a:miter/>
            </a:ln>
          </p:spPr>
        </p:sp>
      </p:grpSp>
      <p:grpSp>
        <p:nvGrpSpPr>
          <p:cNvPr id="15" name="组合"/>
          <p:cNvGrpSpPr>
            <a:grpSpLocks/>
          </p:cNvGrpSpPr>
          <p:nvPr/>
        </p:nvGrpSpPr>
        <p:grpSpPr>
          <a:xfrm>
            <a:off x="-9966324" y="-1382712"/>
            <a:ext cx="10995028" cy="10993441"/>
            <a:chOff x="-9966324" y="-1382712"/>
            <a:chExt cx="10995028" cy="10993441"/>
          </a:xfrm>
        </p:grpSpPr>
        <p:sp>
          <p:nvSpPr>
            <p:cNvPr id="13" name="曲线"/>
            <p:cNvSpPr>
              <a:spLocks/>
            </p:cNvSpPr>
            <p:nvPr/>
          </p:nvSpPr>
          <p:spPr>
            <a:xfrm rot="0">
              <a:off x="-9966324" y="-1382712"/>
              <a:ext cx="10995028" cy="10993441"/>
            </a:xfrm>
            <a:custGeom>
              <a:gdLst>
                <a:gd name="T1" fmla="*/ 0 w 21600"/>
                <a:gd name="T2" fmla="*/ 0 h 21600"/>
                <a:gd name="T3" fmla="*/ 21600 w 21600"/>
                <a:gd name="T4" fmla="*/ 21600 h 21600"/>
              </a:gdLst>
              <a:rect l="T1" t="T2" r="T3" b="T4"/>
              <a:pathLst>
                <a:path w="21600" h="21600">
                  <a:moveTo>
                    <a:pt x="10800" y="0"/>
                  </a:moveTo>
                  <a:cubicBezTo>
                    <a:pt x="4834" y="0"/>
                    <a:pt x="0" y="4834"/>
                    <a:pt x="0" y="10800"/>
                  </a:cubicBezTo>
                  <a:cubicBezTo>
                    <a:pt x="0" y="16764"/>
                    <a:pt x="4834" y="21600"/>
                    <a:pt x="10800" y="21600"/>
                  </a:cubicBezTo>
                  <a:cubicBezTo>
                    <a:pt x="16764" y="21600"/>
                    <a:pt x="21600" y="16764"/>
                    <a:pt x="21600" y="10800"/>
                  </a:cubicBezTo>
                  <a:cubicBezTo>
                    <a:pt x="21600" y="4834"/>
                    <a:pt x="16764" y="0"/>
                    <a:pt x="10800" y="0"/>
                  </a:cubicBezTo>
                  <a:lnTo>
                    <a:pt x="10800" y="0"/>
                  </a:lnTo>
                  <a:lnTo>
                    <a:pt x="10800" y="0"/>
                  </a:lnTo>
                  <a:close/>
                </a:path>
              </a:pathLst>
            </a:custGeom>
            <a:noFill/>
            <a:ln w="514350" cmpd="sng" cap="flat">
              <a:solidFill>
                <a:srgbClr val="FD6220"/>
              </a:solidFill>
              <a:prstDash val="solid"/>
              <a:miter/>
            </a:ln>
          </p:spPr>
        </p:sp>
        <p:sp>
          <p:nvSpPr>
            <p:cNvPr id="14" name="矩形"/>
            <p:cNvSpPr>
              <a:spLocks/>
            </p:cNvSpPr>
            <p:nvPr/>
          </p:nvSpPr>
          <p:spPr>
            <a:xfrm rot="0">
              <a:off x="-8934450" y="-738187"/>
              <a:ext cx="8932863" cy="9318625"/>
            </a:xfrm>
            <a:prstGeom prst="rect"/>
            <a:noFill/>
            <a:ln w="12700" cmpd="sng" cap="flat">
              <a:noFill/>
              <a:prstDash val="solid"/>
              <a:miter/>
            </a:ln>
          </p:spPr>
        </p:sp>
      </p:grpSp>
      <p:pic>
        <p:nvPicPr>
          <p:cNvPr id="16" name="图片"/>
          <p:cNvPicPr>
            <a:picLocks noChangeAspect="1"/>
          </p:cNvPicPr>
          <p:nvPr/>
        </p:nvPicPr>
        <p:blipFill>
          <a:blip r:embed="rId1" cstate="print"/>
          <a:stretch>
            <a:fillRect/>
          </a:stretch>
        </p:blipFill>
        <p:spPr>
          <a:xfrm rot="0">
            <a:off x="6610350" y="196850"/>
            <a:ext cx="4752974" cy="1360487"/>
          </a:xfrm>
          <a:prstGeom prst="rect"/>
          <a:noFill/>
          <a:ln w="12700" cmpd="sng" cap="flat">
            <a:noFill/>
            <a:prstDash val="solid"/>
            <a:miter/>
          </a:ln>
        </p:spPr>
      </p:pic>
      <p:sp>
        <p:nvSpPr>
          <p:cNvPr id="17" name="矩形"/>
          <p:cNvSpPr>
            <a:spLocks/>
          </p:cNvSpPr>
          <p:nvPr/>
        </p:nvSpPr>
        <p:spPr>
          <a:xfrm rot="0">
            <a:off x="1360487" y="1608137"/>
            <a:ext cx="15925802" cy="160655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3200" b="1" i="0" u="none" strike="noStrike" kern="0" cap="none" spc="0" baseline="0">
                <a:solidFill>
                  <a:schemeClr val="tx1"/>
                </a:solidFill>
                <a:latin typeface="Cambria" pitchFamily="18" charset="0"/>
                <a:ea typeface="Cambria" pitchFamily="18" charset="0"/>
                <a:cs typeface="Calibri" pitchFamily="0" charset="0"/>
              </a:rPr>
              <a:t>Vel Tech Rangarajan Dr. Sagunthala R&amp;D Institute of Science and Technology</a:t>
            </a:r>
            <a:endParaRPr lang="en-US" altLang="zh-CN" sz="3200" b="1" i="0" u="none" strike="noStrike" kern="0" cap="none" spc="0" baseline="0">
              <a:solidFill>
                <a:schemeClr val="tx1"/>
              </a:solidFill>
              <a:latin typeface="Cambria" pitchFamily="18" charset="0"/>
              <a:ea typeface="Cambria" pitchFamily="18" charset="0"/>
              <a:cs typeface="Calibri" pitchFamily="0" charset="0"/>
            </a:endParaRPr>
          </a:p>
          <a:p>
            <a:pPr marL="0" indent="0" algn="ctr">
              <a:lnSpc>
                <a:spcPct val="100000"/>
              </a:lnSpc>
              <a:spcBef>
                <a:spcPts val="0"/>
              </a:spcBef>
              <a:spcAft>
                <a:spcPts val="0"/>
              </a:spcAft>
              <a:buNone/>
            </a:pPr>
            <a:r>
              <a:rPr lang="en-US" altLang="zh-CN" sz="3600" b="1" i="0" u="none" strike="noStrike" kern="0" cap="none" spc="0" baseline="0">
                <a:solidFill>
                  <a:schemeClr val="tx1"/>
                </a:solidFill>
                <a:latin typeface="Cambria" pitchFamily="18" charset="0"/>
                <a:ea typeface="Cambria" pitchFamily="18" charset="0"/>
                <a:cs typeface="Calibri" pitchFamily="0" charset="0"/>
              </a:rPr>
              <a:t>School of Computing </a:t>
            </a:r>
            <a:endParaRPr lang="en-US" altLang="zh-CN" sz="3600" b="1" i="0" u="none" strike="noStrike" kern="0" cap="none" spc="0" baseline="0">
              <a:solidFill>
                <a:schemeClr val="tx1"/>
              </a:solidFill>
              <a:latin typeface="Cambria" pitchFamily="18" charset="0"/>
              <a:ea typeface="Cambria" pitchFamily="18" charset="0"/>
              <a:cs typeface="Calibri" pitchFamily="0" charset="0"/>
            </a:endParaRPr>
          </a:p>
          <a:p>
            <a:pPr marL="0" indent="0" algn="ctr">
              <a:lnSpc>
                <a:spcPct val="100000"/>
              </a:lnSpc>
              <a:spcBef>
                <a:spcPts val="0"/>
              </a:spcBef>
              <a:spcAft>
                <a:spcPts val="0"/>
              </a:spcAft>
              <a:buNone/>
            </a:pPr>
            <a:r>
              <a:rPr lang="en-US" altLang="zh-CN" sz="3200" b="1" i="0" u="none" strike="noStrike" kern="0" cap="none" spc="0" baseline="0">
                <a:solidFill>
                  <a:schemeClr val="tx1"/>
                </a:solidFill>
                <a:latin typeface="Cambria" pitchFamily="18" charset="0"/>
                <a:ea typeface="Cambria" pitchFamily="18" charset="0"/>
                <a:cs typeface="Calibri" pitchFamily="0" charset="0"/>
              </a:rPr>
              <a:t>Department of Computer Science and Engineering</a:t>
            </a:r>
            <a:endParaRPr lang="zh-CN" altLang="en-US" sz="3200" b="1" i="0" u="none" strike="noStrike" kern="0" cap="none" spc="0" baseline="0">
              <a:solidFill>
                <a:schemeClr val="tx1"/>
              </a:solidFill>
              <a:latin typeface="Cambria" pitchFamily="18" charset="0"/>
              <a:ea typeface="Cambria" pitchFamily="18" charset="0"/>
              <a:cs typeface="Calibri" pitchFamily="0" charset="0"/>
            </a:endParaRPr>
          </a:p>
        </p:txBody>
      </p:sp>
      <p:sp>
        <p:nvSpPr>
          <p:cNvPr id="18" name="矩形"/>
          <p:cNvSpPr>
            <a:spLocks/>
          </p:cNvSpPr>
          <p:nvPr/>
        </p:nvSpPr>
        <p:spPr>
          <a:xfrm rot="0">
            <a:off x="1692275" y="3271837"/>
            <a:ext cx="15260639" cy="5200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2800" b="1" i="0" u="none" strike="noStrike" kern="0" cap="none" spc="0" baseline="0">
                <a:solidFill>
                  <a:srgbClr val="0033CC"/>
                </a:solidFill>
                <a:latin typeface="Bookman Old Style" pitchFamily="18" charset="0"/>
                <a:ea typeface="宋体" pitchFamily="0" charset="0"/>
                <a:cs typeface="Calibri" pitchFamily="0" charset="0"/>
              </a:rPr>
              <a:t>10211CS224 / FULL STACK APPLICATION DEVELOPMENT (JAVA)</a:t>
            </a:r>
            <a:endParaRPr lang="zh-CN" altLang="en-US" sz="2800" b="1" i="0" u="none" strike="noStrike" kern="0" cap="none" spc="0" baseline="0">
              <a:solidFill>
                <a:srgbClr val="0033CC"/>
              </a:solidFill>
              <a:latin typeface="Bookman Old Style" pitchFamily="18" charset="0"/>
              <a:ea typeface="宋体" pitchFamily="0" charset="0"/>
              <a:cs typeface="Calibri" pitchFamily="0" charset="0"/>
            </a:endParaRPr>
          </a:p>
        </p:txBody>
      </p:sp>
      <p:sp>
        <p:nvSpPr>
          <p:cNvPr id="19" name="矩形"/>
          <p:cNvSpPr>
            <a:spLocks/>
          </p:cNvSpPr>
          <p:nvPr/>
        </p:nvSpPr>
        <p:spPr>
          <a:xfrm rot="0">
            <a:off x="3727450" y="3897312"/>
            <a:ext cx="11190289" cy="172085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3600" b="1" i="0" u="none" strike="noStrike" kern="0" cap="none" spc="0" baseline="0">
                <a:solidFill>
                  <a:srgbClr val="C00000"/>
                </a:solidFill>
                <a:latin typeface="Arial" pitchFamily="34" charset="0"/>
                <a:ea typeface="宋体" pitchFamily="0" charset="0"/>
                <a:cs typeface="Arial" pitchFamily="34" charset="0"/>
              </a:rPr>
              <a:t>PROJECT REVIEW : MILESTONE PROJECT – 1</a:t>
            </a:r>
            <a:endParaRPr lang="en-US" altLang="zh-CN" sz="3600" b="1" i="0" u="none" strike="noStrike" kern="0" cap="none" spc="0" baseline="0">
              <a:solidFill>
                <a:srgbClr val="C00000"/>
              </a:solidFill>
              <a:latin typeface="Arial" pitchFamily="34" charset="0"/>
              <a:ea typeface="宋体" pitchFamily="0" charset="0"/>
              <a:cs typeface="Arial" pitchFamily="34" charset="0"/>
            </a:endParaRPr>
          </a:p>
          <a:p>
            <a:pPr marL="0" indent="0" algn="ctr">
              <a:lnSpc>
                <a:spcPct val="100000"/>
              </a:lnSpc>
              <a:spcBef>
                <a:spcPts val="0"/>
              </a:spcBef>
              <a:spcAft>
                <a:spcPts val="0"/>
              </a:spcAft>
              <a:buNone/>
            </a:pPr>
            <a:endParaRPr lang="en-US" altLang="zh-CN" sz="3600" b="1" i="0" u="none" strike="noStrike" kern="0" cap="none" spc="0" baseline="0">
              <a:solidFill>
                <a:srgbClr val="C00000"/>
              </a:solidFill>
              <a:latin typeface="Arial" pitchFamily="34" charset="0"/>
              <a:ea typeface="宋体" pitchFamily="0" charset="0"/>
              <a:cs typeface="Arial" pitchFamily="34" charset="0"/>
            </a:endParaRPr>
          </a:p>
          <a:p>
            <a:pPr marL="0" indent="0" algn="ctr">
              <a:lnSpc>
                <a:spcPct val="100000"/>
              </a:lnSpc>
              <a:spcBef>
                <a:spcPts val="0"/>
              </a:spcBef>
              <a:spcAft>
                <a:spcPts val="0"/>
              </a:spcAft>
              <a:buNone/>
            </a:pPr>
            <a:r>
              <a:rPr lang="en-US" altLang="zh-CN" sz="3600" b="1" i="0" u="none" strike="noStrike" kern="0" cap="none" spc="0" baseline="0">
                <a:solidFill>
                  <a:srgbClr val="C00000"/>
                </a:solidFill>
                <a:latin typeface="Arial" pitchFamily="34" charset="0"/>
                <a:ea typeface="宋体" pitchFamily="0" charset="0"/>
                <a:cs typeface="Arial" pitchFamily="34" charset="0"/>
              </a:rPr>
              <a:t>Date: 02-02-2026</a:t>
            </a:r>
            <a:endParaRPr lang="zh-CN" altLang="en-US" sz="3600" b="1" i="0" u="none" strike="noStrike" kern="0" cap="none" spc="0" baseline="0">
              <a:solidFill>
                <a:srgbClr val="C00000"/>
              </a:solidFill>
              <a:latin typeface="Arial" pitchFamily="34" charset="0"/>
              <a:ea typeface="宋体" pitchFamily="0" charset="0"/>
              <a:cs typeface="Arial" pitchFamily="34" charset="0"/>
            </a:endParaRPr>
          </a:p>
        </p:txBody>
      </p:sp>
      <p:sp>
        <p:nvSpPr>
          <p:cNvPr id="20" name="矩形"/>
          <p:cNvSpPr>
            <a:spLocks/>
          </p:cNvSpPr>
          <p:nvPr/>
        </p:nvSpPr>
        <p:spPr>
          <a:xfrm rot="0">
            <a:off x="1501775" y="6057900"/>
            <a:ext cx="15784513" cy="57785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3200" b="1" i="0" u="none" strike="noStrike" kern="0" cap="none" spc="0" baseline="0">
                <a:solidFill>
                  <a:srgbClr val="0033CC"/>
                </a:solidFill>
                <a:latin typeface="Times New Roman" pitchFamily="18" charset="0"/>
                <a:ea typeface="宋体" pitchFamily="0" charset="0"/>
                <a:cs typeface="Times New Roman" pitchFamily="18" charset="0"/>
              </a:rPr>
              <a:t>Subscription-Based Membership Engine with Tiered Logic</a:t>
            </a:r>
            <a:endParaRPr lang="zh-CN" altLang="en-US" sz="32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21" name="矩形"/>
          <p:cNvSpPr>
            <a:spLocks/>
          </p:cNvSpPr>
          <p:nvPr/>
        </p:nvSpPr>
        <p:spPr>
          <a:xfrm rot="0">
            <a:off x="893762" y="7800975"/>
            <a:ext cx="9067800" cy="1433512"/>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50000"/>
              </a:lnSpc>
              <a:spcBef>
                <a:spcPts val="0"/>
              </a:spcBef>
              <a:spcAft>
                <a:spcPts val="0"/>
              </a:spcAft>
              <a:buNone/>
            </a:pPr>
            <a:r>
              <a:rPr lang="en-US" altLang="zh-CN" sz="3000" b="1" i="0" u="none" strike="noStrike" kern="0" cap="none" spc="0" baseline="0">
                <a:solidFill>
                  <a:schemeClr val="tx1"/>
                </a:solidFill>
                <a:latin typeface="Cambria" pitchFamily="18" charset="0"/>
                <a:ea typeface="Cambria" pitchFamily="18" charset="0"/>
                <a:cs typeface="Calibri" pitchFamily="0" charset="0"/>
              </a:rPr>
              <a:t>Presented By:</a:t>
            </a:r>
            <a:endParaRPr lang="en-US" altLang="zh-CN" sz="3000" b="1" i="0" u="none" strike="noStrike" kern="0" cap="none" spc="0" baseline="0">
              <a:solidFill>
                <a:schemeClr val="tx1"/>
              </a:solidFill>
              <a:latin typeface="Cambria" pitchFamily="18" charset="0"/>
              <a:ea typeface="Cambria" pitchFamily="18" charset="0"/>
              <a:cs typeface="Calibri" pitchFamily="0" charset="0"/>
            </a:endParaRPr>
          </a:p>
          <a:p>
            <a:pPr marL="0" indent="0" algn="l">
              <a:lnSpc>
                <a:spcPct val="150000"/>
              </a:lnSpc>
              <a:spcBef>
                <a:spcPts val="0"/>
              </a:spcBef>
              <a:spcAft>
                <a:spcPts val="0"/>
              </a:spcAft>
              <a:buNone/>
            </a:pPr>
            <a:r>
              <a:rPr lang="en-US" altLang="zh-CN" sz="3000" b="0" i="0" u="none" strike="noStrike" kern="0" cap="none" spc="0" baseline="0">
                <a:solidFill>
                  <a:schemeClr val="tx1"/>
                </a:solidFill>
                <a:latin typeface="Cambria" pitchFamily="18" charset="0"/>
                <a:ea typeface="Cambria" pitchFamily="18" charset="0"/>
                <a:cs typeface="Calibri" pitchFamily="0" charset="0"/>
              </a:rPr>
              <a:t>N.SAI KARTHIKEYA  -- VTU26644 -- 23UECS0829</a:t>
            </a:r>
            <a:endParaRPr lang="zh-CN" altLang="en-US" sz="3000" b="0" i="0" u="none" strike="noStrike" kern="0" cap="none" spc="0" baseline="0">
              <a:solidFill>
                <a:schemeClr val="tx1"/>
              </a:solidFill>
              <a:latin typeface="Cambria" pitchFamily="18" charset="0"/>
              <a:ea typeface="Cambria" pitchFamily="18" charset="0"/>
              <a:cs typeface="Calibri" pitchFamily="0" charset="0"/>
            </a:endParaRPr>
          </a:p>
        </p:txBody>
      </p:sp>
      <p:sp>
        <p:nvSpPr>
          <p:cNvPr id="22" name="矩形"/>
          <p:cNvSpPr>
            <a:spLocks/>
          </p:cNvSpPr>
          <p:nvPr/>
        </p:nvSpPr>
        <p:spPr>
          <a:xfrm rot="0">
            <a:off x="10945813" y="7818438"/>
            <a:ext cx="6913562" cy="143509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50000"/>
              </a:lnSpc>
              <a:spcBef>
                <a:spcPts val="0"/>
              </a:spcBef>
              <a:spcAft>
                <a:spcPts val="0"/>
              </a:spcAft>
              <a:buNone/>
            </a:pPr>
            <a:r>
              <a:rPr lang="en-US" altLang="zh-CN" sz="3000" b="1" i="0" u="none" strike="noStrike" kern="0" cap="none" spc="0" baseline="0">
                <a:solidFill>
                  <a:schemeClr val="tx1"/>
                </a:solidFill>
                <a:latin typeface="Cambria" pitchFamily="18" charset="0"/>
                <a:ea typeface="Cambria" pitchFamily="18" charset="0"/>
                <a:cs typeface="Calibri" pitchFamily="0" charset="0"/>
              </a:rPr>
              <a:t>Courses Handling Faculty:</a:t>
            </a:r>
            <a:endParaRPr lang="en-US" altLang="zh-CN" sz="3000" b="1" i="0" u="none" strike="noStrike" kern="0" cap="none" spc="0" baseline="0">
              <a:solidFill>
                <a:schemeClr val="tx1"/>
              </a:solidFill>
              <a:latin typeface="Cambria" pitchFamily="18" charset="0"/>
              <a:ea typeface="Cambria" pitchFamily="18" charset="0"/>
              <a:cs typeface="Calibri" pitchFamily="0" charset="0"/>
            </a:endParaRPr>
          </a:p>
          <a:p>
            <a:pPr marL="0" indent="0" algn="l">
              <a:lnSpc>
                <a:spcPct val="150000"/>
              </a:lnSpc>
              <a:spcBef>
                <a:spcPts val="0"/>
              </a:spcBef>
              <a:spcAft>
                <a:spcPts val="0"/>
              </a:spcAft>
              <a:buNone/>
            </a:pPr>
            <a:r>
              <a:rPr lang="en-US" altLang="zh-CN" sz="3000" b="0" i="0" u="none" strike="noStrike" kern="0" cap="none" spc="0" baseline="0">
                <a:solidFill>
                  <a:schemeClr val="tx1"/>
                </a:solidFill>
                <a:latin typeface="Cambria" pitchFamily="18" charset="0"/>
                <a:ea typeface="Cambria" pitchFamily="18" charset="0"/>
                <a:cs typeface="Calibri" pitchFamily="0" charset="0"/>
              </a:rPr>
              <a:t>Dr. S . HEMAMALINI – M.E., Ph.D.,</a:t>
            </a:r>
            <a:endParaRPr lang="zh-CN" altLang="en-US" sz="3000" b="0" i="0" u="none" strike="noStrike" kern="0" cap="none" spc="0" baseline="0">
              <a:solidFill>
                <a:schemeClr val="tx1"/>
              </a:solidFill>
              <a:latin typeface="Cambria" pitchFamily="18" charset="0"/>
              <a:ea typeface="Cambria" pitchFamily="18" charset="0"/>
              <a:cs typeface="Calibri" pitchFamily="0" charset="0"/>
            </a:endParaRPr>
          </a:p>
        </p:txBody>
      </p:sp>
      <p:sp>
        <p:nvSpPr>
          <p:cNvPr id="23" name="矩形"/>
          <p:cNvSpPr>
            <a:spLocks/>
          </p:cNvSpPr>
          <p:nvPr/>
        </p:nvSpPr>
        <p:spPr>
          <a:xfrm rot="0">
            <a:off x="2209800" y="6972300"/>
            <a:ext cx="14743113" cy="38735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000" b="1" i="0" u="none" strike="noStrike" kern="0" cap="none" spc="0" baseline="0">
                <a:solidFill>
                  <a:schemeClr val="tx1"/>
                </a:solidFill>
                <a:latin typeface="Cambria" pitchFamily="18" charset="0"/>
                <a:ea typeface="Cambria" pitchFamily="18" charset="0"/>
                <a:cs typeface="Calibri" pitchFamily="0" charset="0"/>
              </a:rPr>
              <a:t>SDG: SDG 4 – Quality Education</a:t>
            </a:r>
            <a:endParaRPr lang="zh-CN" altLang="en-US" sz="2000" b="1" i="0" u="none" strike="noStrike" kern="0" cap="none" spc="0" baseline="0">
              <a:solidFill>
                <a:schemeClr val="tx1"/>
              </a:solidFill>
              <a:latin typeface="Cambria" pitchFamily="18" charset="0"/>
              <a:ea typeface="Cambria" pitchFamily="18" charset="0"/>
              <a:cs typeface="Calibri" pitchFamily="0" charset="0"/>
            </a:endParaRPr>
          </a:p>
        </p:txBody>
      </p:sp>
    </p:spTree>
    <p:extLst>
      <p:ext uri="{BB962C8B-B14F-4D97-AF65-F5344CB8AC3E}">
        <p14:creationId xmlns:p14="http://schemas.microsoft.com/office/powerpoint/2010/main" val="1240392706"/>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sp>
        <p:nvSpPr>
          <p:cNvPr id="24" name="曲线"/>
          <p:cNvSpPr>
            <a:spLocks/>
          </p:cNvSpPr>
          <p:nvPr/>
        </p:nvSpPr>
        <p:spPr>
          <a:xfrm rot="0">
            <a:off x="16313150" y="911225"/>
            <a:ext cx="946151" cy="23495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grpSp>
        <p:nvGrpSpPr>
          <p:cNvPr id="27" name="组合"/>
          <p:cNvGrpSpPr>
            <a:grpSpLocks/>
          </p:cNvGrpSpPr>
          <p:nvPr/>
        </p:nvGrpSpPr>
        <p:grpSpPr>
          <a:xfrm>
            <a:off x="706437" y="1952625"/>
            <a:ext cx="992187" cy="992187"/>
            <a:chOff x="706437" y="1952625"/>
            <a:chExt cx="992187" cy="992187"/>
          </a:xfrm>
        </p:grpSpPr>
        <p:sp>
          <p:nvSpPr>
            <p:cNvPr id="25" name="曲线"/>
            <p:cNvSpPr>
              <a:spLocks/>
            </p:cNvSpPr>
            <p:nvPr/>
          </p:nvSpPr>
          <p:spPr>
            <a:xfrm rot="0">
              <a:off x="706437" y="1952625"/>
              <a:ext cx="992187" cy="992187"/>
            </a:xfrm>
            <a:custGeom>
              <a:gdLst>
                <a:gd name="T1" fmla="*/ 0 w 21600"/>
                <a:gd name="T2" fmla="*/ 0 h 21600"/>
                <a:gd name="T3" fmla="*/ 21600 w 21600"/>
                <a:gd name="T4" fmla="*/ 21600 h 21600"/>
              </a:gdLst>
              <a:rect l="T1" t="T2" r="T3" b="T4"/>
              <a:pathLst>
                <a:path w="21600" h="21600">
                  <a:moveTo>
                    <a:pt x="10800" y="0"/>
                  </a:moveTo>
                  <a:cubicBezTo>
                    <a:pt x="4826" y="0"/>
                    <a:pt x="0" y="4826"/>
                    <a:pt x="0" y="10799"/>
                  </a:cubicBezTo>
                  <a:cubicBezTo>
                    <a:pt x="0" y="16773"/>
                    <a:pt x="4826" y="21600"/>
                    <a:pt x="10800" y="21600"/>
                  </a:cubicBezTo>
                  <a:cubicBezTo>
                    <a:pt x="16773" y="21600"/>
                    <a:pt x="21600" y="16773"/>
                    <a:pt x="21600" y="10799"/>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26" name="矩形"/>
            <p:cNvSpPr>
              <a:spLocks/>
            </p:cNvSpPr>
            <p:nvPr/>
          </p:nvSpPr>
          <p:spPr>
            <a:xfrm rot="0">
              <a:off x="798512" y="1974850"/>
              <a:ext cx="806450" cy="876299"/>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600" b="0" i="0" u="none" strike="noStrike" kern="0" cap="none" spc="0" baseline="0">
                  <a:solidFill>
                    <a:srgbClr val="FFFEFE"/>
                  </a:solidFill>
                  <a:latin typeface="Gotham"/>
                  <a:ea typeface="Gotham"/>
                  <a:cs typeface="Gotham"/>
                  <a:sym typeface="Gotham"/>
                </a:rPr>
                <a:t>1</a:t>
              </a:r>
              <a:endParaRPr lang="zh-CN" altLang="en-US" sz="2600" b="0" i="0" u="none" strike="noStrike" kern="0" cap="none" spc="0" baseline="0">
                <a:solidFill>
                  <a:srgbClr val="FFFEFE"/>
                </a:solidFill>
                <a:latin typeface="Gotham"/>
                <a:ea typeface="Gotham"/>
                <a:cs typeface="Gotham"/>
                <a:sym typeface="Gotham"/>
              </a:endParaRPr>
            </a:p>
          </p:txBody>
        </p:sp>
      </p:grpSp>
      <p:grpSp>
        <p:nvGrpSpPr>
          <p:cNvPr id="30" name="组合"/>
          <p:cNvGrpSpPr>
            <a:grpSpLocks/>
          </p:cNvGrpSpPr>
          <p:nvPr/>
        </p:nvGrpSpPr>
        <p:grpSpPr>
          <a:xfrm>
            <a:off x="947737" y="4446588"/>
            <a:ext cx="508000" cy="544512"/>
            <a:chOff x="947737" y="4446588"/>
            <a:chExt cx="508000" cy="544512"/>
          </a:xfrm>
        </p:grpSpPr>
        <p:sp>
          <p:nvSpPr>
            <p:cNvPr id="28" name="曲线"/>
            <p:cNvSpPr>
              <a:spLocks/>
            </p:cNvSpPr>
            <p:nvPr/>
          </p:nvSpPr>
          <p:spPr>
            <a:xfrm rot="0">
              <a:off x="947737" y="4446588"/>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599" y="16755"/>
                    <a:pt x="21599" y="10800"/>
                  </a:cubicBezTo>
                  <a:cubicBezTo>
                    <a:pt x="21599"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9" name="矩形"/>
            <p:cNvSpPr>
              <a:spLocks/>
            </p:cNvSpPr>
            <p:nvPr/>
          </p:nvSpPr>
          <p:spPr>
            <a:xfrm rot="0">
              <a:off x="995362" y="4479925"/>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3" name="组合"/>
          <p:cNvGrpSpPr>
            <a:grpSpLocks/>
          </p:cNvGrpSpPr>
          <p:nvPr/>
        </p:nvGrpSpPr>
        <p:grpSpPr>
          <a:xfrm>
            <a:off x="947737" y="3106737"/>
            <a:ext cx="508000" cy="544512"/>
            <a:chOff x="947737" y="3106737"/>
            <a:chExt cx="508000" cy="544512"/>
          </a:xfrm>
        </p:grpSpPr>
        <p:sp>
          <p:nvSpPr>
            <p:cNvPr id="31" name="曲线"/>
            <p:cNvSpPr>
              <a:spLocks/>
            </p:cNvSpPr>
            <p:nvPr/>
          </p:nvSpPr>
          <p:spPr>
            <a:xfrm rot="0">
              <a:off x="947737" y="3106737"/>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599" y="16755"/>
                    <a:pt x="21599" y="10800"/>
                  </a:cubicBezTo>
                  <a:cubicBezTo>
                    <a:pt x="21599"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2" name="矩形"/>
            <p:cNvSpPr>
              <a:spLocks/>
            </p:cNvSpPr>
            <p:nvPr/>
          </p:nvSpPr>
          <p:spPr>
            <a:xfrm rot="0">
              <a:off x="995362" y="3140075"/>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6" name="组合"/>
          <p:cNvGrpSpPr>
            <a:grpSpLocks/>
          </p:cNvGrpSpPr>
          <p:nvPr/>
        </p:nvGrpSpPr>
        <p:grpSpPr>
          <a:xfrm>
            <a:off x="947737" y="5116513"/>
            <a:ext cx="508000" cy="542924"/>
            <a:chOff x="947737" y="5116513"/>
            <a:chExt cx="508000" cy="542924"/>
          </a:xfrm>
        </p:grpSpPr>
        <p:sp>
          <p:nvSpPr>
            <p:cNvPr id="34" name="曲线"/>
            <p:cNvSpPr>
              <a:spLocks/>
            </p:cNvSpPr>
            <p:nvPr/>
          </p:nvSpPr>
          <p:spPr>
            <a:xfrm rot="0">
              <a:off x="947737" y="5116513"/>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599" y="16755"/>
                    <a:pt x="21599" y="10800"/>
                  </a:cubicBezTo>
                  <a:cubicBezTo>
                    <a:pt x="21599"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5" name="矩形"/>
            <p:cNvSpPr>
              <a:spLocks/>
            </p:cNvSpPr>
            <p:nvPr/>
          </p:nvSpPr>
          <p:spPr>
            <a:xfrm rot="0">
              <a:off x="995362" y="5148262"/>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9" name="组合"/>
          <p:cNvGrpSpPr>
            <a:grpSpLocks/>
          </p:cNvGrpSpPr>
          <p:nvPr/>
        </p:nvGrpSpPr>
        <p:grpSpPr>
          <a:xfrm>
            <a:off x="947737" y="3776662"/>
            <a:ext cx="508000" cy="542925"/>
            <a:chOff x="947737" y="3776662"/>
            <a:chExt cx="508000" cy="542925"/>
          </a:xfrm>
        </p:grpSpPr>
        <p:sp>
          <p:nvSpPr>
            <p:cNvPr id="37" name="曲线"/>
            <p:cNvSpPr>
              <a:spLocks/>
            </p:cNvSpPr>
            <p:nvPr/>
          </p:nvSpPr>
          <p:spPr>
            <a:xfrm rot="0">
              <a:off x="947737" y="3776662"/>
              <a:ext cx="508000"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599" y="16755"/>
                    <a:pt x="21599" y="10799"/>
                  </a:cubicBezTo>
                  <a:cubicBezTo>
                    <a:pt x="21599"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8" name="矩形"/>
            <p:cNvSpPr>
              <a:spLocks/>
            </p:cNvSpPr>
            <p:nvPr/>
          </p:nvSpPr>
          <p:spPr>
            <a:xfrm rot="0">
              <a:off x="995362" y="3810000"/>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2" name="组合"/>
          <p:cNvGrpSpPr>
            <a:grpSpLocks/>
          </p:cNvGrpSpPr>
          <p:nvPr/>
        </p:nvGrpSpPr>
        <p:grpSpPr>
          <a:xfrm>
            <a:off x="947737" y="6456363"/>
            <a:ext cx="508000" cy="542924"/>
            <a:chOff x="947737" y="6456363"/>
            <a:chExt cx="508000" cy="542924"/>
          </a:xfrm>
        </p:grpSpPr>
        <p:sp>
          <p:nvSpPr>
            <p:cNvPr id="40" name="曲线"/>
            <p:cNvSpPr>
              <a:spLocks/>
            </p:cNvSpPr>
            <p:nvPr/>
          </p:nvSpPr>
          <p:spPr>
            <a:xfrm rot="0">
              <a:off x="947737" y="6456363"/>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599" y="16755"/>
                    <a:pt x="21599" y="10800"/>
                  </a:cubicBezTo>
                  <a:cubicBezTo>
                    <a:pt x="21599"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1" name="矩形"/>
            <p:cNvSpPr>
              <a:spLocks/>
            </p:cNvSpPr>
            <p:nvPr/>
          </p:nvSpPr>
          <p:spPr>
            <a:xfrm rot="0">
              <a:off x="995362" y="6488113"/>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5" name="组合"/>
          <p:cNvGrpSpPr>
            <a:grpSpLocks/>
          </p:cNvGrpSpPr>
          <p:nvPr/>
        </p:nvGrpSpPr>
        <p:grpSpPr>
          <a:xfrm>
            <a:off x="947737" y="5784850"/>
            <a:ext cx="508000" cy="544512"/>
            <a:chOff x="947737" y="5784850"/>
            <a:chExt cx="508000" cy="544512"/>
          </a:xfrm>
        </p:grpSpPr>
        <p:sp>
          <p:nvSpPr>
            <p:cNvPr id="43" name="曲线"/>
            <p:cNvSpPr>
              <a:spLocks/>
            </p:cNvSpPr>
            <p:nvPr/>
          </p:nvSpPr>
          <p:spPr>
            <a:xfrm rot="0">
              <a:off x="947737" y="5784850"/>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599" y="16755"/>
                    <a:pt x="21599" y="10799"/>
                  </a:cubicBezTo>
                  <a:cubicBezTo>
                    <a:pt x="21599"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4" name="矩形"/>
            <p:cNvSpPr>
              <a:spLocks/>
            </p:cNvSpPr>
            <p:nvPr/>
          </p:nvSpPr>
          <p:spPr>
            <a:xfrm rot="0">
              <a:off x="995362" y="5818187"/>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8" name="组合"/>
          <p:cNvGrpSpPr>
            <a:grpSpLocks/>
          </p:cNvGrpSpPr>
          <p:nvPr/>
        </p:nvGrpSpPr>
        <p:grpSpPr>
          <a:xfrm>
            <a:off x="947737" y="7123112"/>
            <a:ext cx="508000" cy="544512"/>
            <a:chOff x="947737" y="7123112"/>
            <a:chExt cx="508000" cy="544512"/>
          </a:xfrm>
        </p:grpSpPr>
        <p:sp>
          <p:nvSpPr>
            <p:cNvPr id="46" name="曲线"/>
            <p:cNvSpPr>
              <a:spLocks/>
            </p:cNvSpPr>
            <p:nvPr/>
          </p:nvSpPr>
          <p:spPr>
            <a:xfrm rot="0">
              <a:off x="947737" y="7123112"/>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599" y="16755"/>
                    <a:pt x="21599" y="10799"/>
                  </a:cubicBezTo>
                  <a:cubicBezTo>
                    <a:pt x="21599"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7" name="矩形"/>
            <p:cNvSpPr>
              <a:spLocks/>
            </p:cNvSpPr>
            <p:nvPr/>
          </p:nvSpPr>
          <p:spPr>
            <a:xfrm rot="0">
              <a:off x="995362" y="7156450"/>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8</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51" name="组合"/>
          <p:cNvGrpSpPr>
            <a:grpSpLocks/>
          </p:cNvGrpSpPr>
          <p:nvPr/>
        </p:nvGrpSpPr>
        <p:grpSpPr>
          <a:xfrm>
            <a:off x="947737" y="7791450"/>
            <a:ext cx="508000" cy="542924"/>
            <a:chOff x="947737" y="7791450"/>
            <a:chExt cx="508000" cy="542924"/>
          </a:xfrm>
        </p:grpSpPr>
        <p:sp>
          <p:nvSpPr>
            <p:cNvPr id="49" name="曲线"/>
            <p:cNvSpPr>
              <a:spLocks/>
            </p:cNvSpPr>
            <p:nvPr/>
          </p:nvSpPr>
          <p:spPr>
            <a:xfrm rot="0">
              <a:off x="947737" y="7791450"/>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599" y="16755"/>
                    <a:pt x="21599" y="10800"/>
                  </a:cubicBezTo>
                  <a:cubicBezTo>
                    <a:pt x="21599"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50" name="矩形"/>
            <p:cNvSpPr>
              <a:spLocks/>
            </p:cNvSpPr>
            <p:nvPr/>
          </p:nvSpPr>
          <p:spPr>
            <a:xfrm rot="0">
              <a:off x="995362" y="7824787"/>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52" name="矩形"/>
          <p:cNvSpPr>
            <a:spLocks/>
          </p:cNvSpPr>
          <p:nvPr/>
        </p:nvSpPr>
        <p:spPr>
          <a:xfrm rot="0">
            <a:off x="152400" y="342900"/>
            <a:ext cx="181356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INTRODUCTION</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53" name="矩形"/>
          <p:cNvSpPr>
            <a:spLocks/>
          </p:cNvSpPr>
          <p:nvPr/>
        </p:nvSpPr>
        <p:spPr>
          <a:xfrm rot="0">
            <a:off x="1703387" y="1304925"/>
            <a:ext cx="15082837" cy="12520612"/>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1" i="0" u="none" strike="noStrike" kern="0" cap="none" spc="0" baseline="0">
                <a:solidFill>
                  <a:srgbClr val="0033CC"/>
                </a:solidFill>
                <a:latin typeface="Calibri" pitchFamily="0" charset="0"/>
                <a:ea typeface="宋体" pitchFamily="0" charset="0"/>
                <a:cs typeface="Calibri" pitchFamily="0" charset="0"/>
              </a:rPr>
              <a:t>Background of the problem:</a:t>
            </a:r>
            <a:endParaRPr lang="en-US" altLang="zh-CN" sz="2800" b="1"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Many platforms do not provide proper subscription control and secure user access to content.</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1" i="0" u="none" strike="noStrike" kern="0" cap="none" spc="0" baseline="0">
                <a:solidFill>
                  <a:srgbClr val="0033CC"/>
                </a:solidFill>
                <a:latin typeface="Calibri" pitchFamily="0" charset="0"/>
                <a:ea typeface="宋体" pitchFamily="0" charset="0"/>
                <a:cs typeface="Calibri" pitchFamily="0" charset="0"/>
              </a:rPr>
              <a:t>Why this project is important:</a:t>
            </a:r>
            <a:endParaRPr lang="en-US" altLang="zh-CN" sz="2800" b="1"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It  allows users to register, log in, select plans, and access content based on their subscription.</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1"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1" i="0" u="none" strike="noStrike" kern="0" cap="none" spc="0" baseline="0">
                <a:solidFill>
                  <a:srgbClr val="0033CC"/>
                </a:solidFill>
                <a:latin typeface="Calibri" pitchFamily="0" charset="0"/>
                <a:ea typeface="宋体" pitchFamily="0" charset="0"/>
                <a:cs typeface="Calibri" pitchFamily="0" charset="0"/>
              </a:rPr>
              <a:t>Real-world relevance:</a:t>
            </a:r>
            <a:endParaRPr lang="en-US" altLang="zh-CN" sz="2800" b="1"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Useful for OTT platforms, online learning systems, and membership-based applications.</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1" i="0" u="none" strike="noStrike" kern="0" cap="none" spc="0" baseline="0">
                <a:solidFill>
                  <a:srgbClr val="0033CC"/>
                </a:solidFill>
                <a:latin typeface="Calibri" pitchFamily="0" charset="0"/>
                <a:ea typeface="宋体" pitchFamily="0" charset="0"/>
                <a:cs typeface="Calibri" pitchFamily="0" charset="0"/>
              </a:rPr>
              <a:t>Brief overview of the system:</a:t>
            </a:r>
            <a:endParaRPr lang="en-US" altLang="zh-CN" sz="2800" b="1"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mantra.com is a subscription-based web application that provides tier-based content access with authentication and deployment using Netlify.</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2062673149"/>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sp>
        <p:nvSpPr>
          <p:cNvPr id="54" name="曲线"/>
          <p:cNvSpPr>
            <a:spLocks/>
          </p:cNvSpPr>
          <p:nvPr/>
        </p:nvSpPr>
        <p:spPr>
          <a:xfrm rot="0">
            <a:off x="16313150" y="911225"/>
            <a:ext cx="946151" cy="23495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grpSp>
        <p:nvGrpSpPr>
          <p:cNvPr id="57" name="组合"/>
          <p:cNvGrpSpPr>
            <a:grpSpLocks/>
          </p:cNvGrpSpPr>
          <p:nvPr/>
        </p:nvGrpSpPr>
        <p:grpSpPr>
          <a:xfrm>
            <a:off x="709612" y="2647950"/>
            <a:ext cx="992187" cy="992187"/>
            <a:chOff x="709612" y="2647950"/>
            <a:chExt cx="992187" cy="992187"/>
          </a:xfrm>
        </p:grpSpPr>
        <p:sp>
          <p:nvSpPr>
            <p:cNvPr id="55" name="曲线"/>
            <p:cNvSpPr>
              <a:spLocks/>
            </p:cNvSpPr>
            <p:nvPr/>
          </p:nvSpPr>
          <p:spPr>
            <a:xfrm rot="0">
              <a:off x="709612" y="2647950"/>
              <a:ext cx="992187" cy="992187"/>
            </a:xfrm>
            <a:custGeom>
              <a:gdLst>
                <a:gd name="T1" fmla="*/ 0 w 21600"/>
                <a:gd name="T2" fmla="*/ 0 h 21600"/>
                <a:gd name="T3" fmla="*/ 21600 w 21600"/>
                <a:gd name="T4" fmla="*/ 21600 h 21600"/>
              </a:gdLst>
              <a:rect l="T1" t="T2" r="T3" b="T4"/>
              <a:pathLst>
                <a:path w="21600" h="21600">
                  <a:moveTo>
                    <a:pt x="10800" y="0"/>
                  </a:moveTo>
                  <a:cubicBezTo>
                    <a:pt x="4826" y="0"/>
                    <a:pt x="0" y="4826"/>
                    <a:pt x="0" y="10799"/>
                  </a:cubicBezTo>
                  <a:cubicBezTo>
                    <a:pt x="0" y="16773"/>
                    <a:pt x="4826" y="21600"/>
                    <a:pt x="10800" y="21600"/>
                  </a:cubicBezTo>
                  <a:cubicBezTo>
                    <a:pt x="16773" y="21600"/>
                    <a:pt x="21600" y="16773"/>
                    <a:pt x="21600" y="10799"/>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56" name="矩形"/>
            <p:cNvSpPr>
              <a:spLocks/>
            </p:cNvSpPr>
            <p:nvPr/>
          </p:nvSpPr>
          <p:spPr>
            <a:xfrm rot="0">
              <a:off x="801687" y="2671762"/>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600" b="0" i="0" u="none" strike="noStrike" kern="0" cap="none" spc="0" baseline="0">
                  <a:solidFill>
                    <a:srgbClr val="FFFEFE"/>
                  </a:solidFill>
                  <a:latin typeface="Gotham"/>
                  <a:ea typeface="Gotham"/>
                  <a:cs typeface="Gotham"/>
                  <a:sym typeface="Gotham"/>
                </a:rPr>
                <a:t>2</a:t>
              </a:r>
              <a:endParaRPr lang="zh-CN" altLang="en-US" sz="2600" b="0" i="0" u="none" strike="noStrike" kern="0" cap="none" spc="0" baseline="0">
                <a:solidFill>
                  <a:srgbClr val="FFFEFE"/>
                </a:solidFill>
                <a:latin typeface="Gotham"/>
                <a:ea typeface="Gotham"/>
                <a:cs typeface="Gotham"/>
                <a:sym typeface="Gotham"/>
              </a:endParaRPr>
            </a:p>
          </p:txBody>
        </p:sp>
      </p:grpSp>
      <p:grpSp>
        <p:nvGrpSpPr>
          <p:cNvPr id="60" name="组合"/>
          <p:cNvGrpSpPr>
            <a:grpSpLocks/>
          </p:cNvGrpSpPr>
          <p:nvPr/>
        </p:nvGrpSpPr>
        <p:grpSpPr>
          <a:xfrm>
            <a:off x="950912" y="4427537"/>
            <a:ext cx="508000" cy="544512"/>
            <a:chOff x="950912" y="4427537"/>
            <a:chExt cx="508000" cy="544512"/>
          </a:xfrm>
        </p:grpSpPr>
        <p:sp>
          <p:nvSpPr>
            <p:cNvPr id="58" name="曲线"/>
            <p:cNvSpPr>
              <a:spLocks/>
            </p:cNvSpPr>
            <p:nvPr/>
          </p:nvSpPr>
          <p:spPr>
            <a:xfrm rot="0">
              <a:off x="950912" y="4427537"/>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59" name="矩形"/>
            <p:cNvSpPr>
              <a:spLocks/>
            </p:cNvSpPr>
            <p:nvPr/>
          </p:nvSpPr>
          <p:spPr>
            <a:xfrm rot="0">
              <a:off x="998537" y="4460875"/>
              <a:ext cx="412750"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63" name="组合"/>
          <p:cNvGrpSpPr>
            <a:grpSpLocks/>
          </p:cNvGrpSpPr>
          <p:nvPr/>
        </p:nvGrpSpPr>
        <p:grpSpPr>
          <a:xfrm>
            <a:off x="950912" y="1982787"/>
            <a:ext cx="508000" cy="542925"/>
            <a:chOff x="950912" y="1982787"/>
            <a:chExt cx="508000" cy="542925"/>
          </a:xfrm>
        </p:grpSpPr>
        <p:sp>
          <p:nvSpPr>
            <p:cNvPr id="61" name="曲线"/>
            <p:cNvSpPr>
              <a:spLocks/>
            </p:cNvSpPr>
            <p:nvPr/>
          </p:nvSpPr>
          <p:spPr>
            <a:xfrm rot="0">
              <a:off x="950912" y="1982787"/>
              <a:ext cx="508000"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62" name="矩形"/>
            <p:cNvSpPr>
              <a:spLocks/>
            </p:cNvSpPr>
            <p:nvPr/>
          </p:nvSpPr>
          <p:spPr>
            <a:xfrm rot="0">
              <a:off x="998537" y="2016124"/>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66" name="组合"/>
          <p:cNvGrpSpPr>
            <a:grpSpLocks/>
          </p:cNvGrpSpPr>
          <p:nvPr/>
        </p:nvGrpSpPr>
        <p:grpSpPr>
          <a:xfrm>
            <a:off x="950912" y="5094287"/>
            <a:ext cx="508000" cy="542924"/>
            <a:chOff x="950912" y="5094287"/>
            <a:chExt cx="508000" cy="542924"/>
          </a:xfrm>
        </p:grpSpPr>
        <p:sp>
          <p:nvSpPr>
            <p:cNvPr id="64" name="曲线"/>
            <p:cNvSpPr>
              <a:spLocks/>
            </p:cNvSpPr>
            <p:nvPr/>
          </p:nvSpPr>
          <p:spPr>
            <a:xfrm rot="0">
              <a:off x="950912" y="5094287"/>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65" name="矩形"/>
            <p:cNvSpPr>
              <a:spLocks/>
            </p:cNvSpPr>
            <p:nvPr/>
          </p:nvSpPr>
          <p:spPr>
            <a:xfrm rot="0">
              <a:off x="998537" y="5127625"/>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69" name="组合"/>
          <p:cNvGrpSpPr>
            <a:grpSpLocks/>
          </p:cNvGrpSpPr>
          <p:nvPr/>
        </p:nvGrpSpPr>
        <p:grpSpPr>
          <a:xfrm>
            <a:off x="950912" y="3762375"/>
            <a:ext cx="508000" cy="544512"/>
            <a:chOff x="950912" y="3762375"/>
            <a:chExt cx="508000" cy="544512"/>
          </a:xfrm>
        </p:grpSpPr>
        <p:sp>
          <p:nvSpPr>
            <p:cNvPr id="67" name="曲线"/>
            <p:cNvSpPr>
              <a:spLocks/>
            </p:cNvSpPr>
            <p:nvPr/>
          </p:nvSpPr>
          <p:spPr>
            <a:xfrm rot="0">
              <a:off x="950912" y="3762375"/>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68" name="矩形"/>
            <p:cNvSpPr>
              <a:spLocks/>
            </p:cNvSpPr>
            <p:nvPr/>
          </p:nvSpPr>
          <p:spPr>
            <a:xfrm rot="0">
              <a:off x="998537" y="3795712"/>
              <a:ext cx="412750"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72" name="组合"/>
          <p:cNvGrpSpPr>
            <a:grpSpLocks/>
          </p:cNvGrpSpPr>
          <p:nvPr/>
        </p:nvGrpSpPr>
        <p:grpSpPr>
          <a:xfrm>
            <a:off x="950912" y="6426200"/>
            <a:ext cx="508000" cy="542925"/>
            <a:chOff x="950912" y="6426200"/>
            <a:chExt cx="508000" cy="542925"/>
          </a:xfrm>
        </p:grpSpPr>
        <p:sp>
          <p:nvSpPr>
            <p:cNvPr id="70" name="曲线"/>
            <p:cNvSpPr>
              <a:spLocks/>
            </p:cNvSpPr>
            <p:nvPr/>
          </p:nvSpPr>
          <p:spPr>
            <a:xfrm rot="0">
              <a:off x="950912" y="6426200"/>
              <a:ext cx="508000"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71" name="矩形"/>
            <p:cNvSpPr>
              <a:spLocks/>
            </p:cNvSpPr>
            <p:nvPr/>
          </p:nvSpPr>
          <p:spPr>
            <a:xfrm rot="0">
              <a:off x="998537" y="6457950"/>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75" name="组合"/>
          <p:cNvGrpSpPr>
            <a:grpSpLocks/>
          </p:cNvGrpSpPr>
          <p:nvPr/>
        </p:nvGrpSpPr>
        <p:grpSpPr>
          <a:xfrm>
            <a:off x="950912" y="5759450"/>
            <a:ext cx="508000" cy="544512"/>
            <a:chOff x="950912" y="5759450"/>
            <a:chExt cx="508000" cy="544512"/>
          </a:xfrm>
        </p:grpSpPr>
        <p:sp>
          <p:nvSpPr>
            <p:cNvPr id="73" name="曲线"/>
            <p:cNvSpPr>
              <a:spLocks/>
            </p:cNvSpPr>
            <p:nvPr/>
          </p:nvSpPr>
          <p:spPr>
            <a:xfrm rot="0">
              <a:off x="950912" y="5759450"/>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74" name="矩形"/>
            <p:cNvSpPr>
              <a:spLocks/>
            </p:cNvSpPr>
            <p:nvPr/>
          </p:nvSpPr>
          <p:spPr>
            <a:xfrm rot="0">
              <a:off x="998537" y="5792787"/>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78" name="组合"/>
          <p:cNvGrpSpPr>
            <a:grpSpLocks/>
          </p:cNvGrpSpPr>
          <p:nvPr/>
        </p:nvGrpSpPr>
        <p:grpSpPr>
          <a:xfrm>
            <a:off x="950912" y="7092950"/>
            <a:ext cx="508000" cy="544512"/>
            <a:chOff x="950912" y="7092950"/>
            <a:chExt cx="508000" cy="544512"/>
          </a:xfrm>
        </p:grpSpPr>
        <p:sp>
          <p:nvSpPr>
            <p:cNvPr id="76" name="曲线"/>
            <p:cNvSpPr>
              <a:spLocks/>
            </p:cNvSpPr>
            <p:nvPr/>
          </p:nvSpPr>
          <p:spPr>
            <a:xfrm rot="0">
              <a:off x="950912" y="7092950"/>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77" name="矩形"/>
            <p:cNvSpPr>
              <a:spLocks/>
            </p:cNvSpPr>
            <p:nvPr/>
          </p:nvSpPr>
          <p:spPr>
            <a:xfrm rot="0">
              <a:off x="998537" y="7126288"/>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8</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81" name="组合"/>
          <p:cNvGrpSpPr>
            <a:grpSpLocks/>
          </p:cNvGrpSpPr>
          <p:nvPr/>
        </p:nvGrpSpPr>
        <p:grpSpPr>
          <a:xfrm>
            <a:off x="950912" y="7761287"/>
            <a:ext cx="508000" cy="542924"/>
            <a:chOff x="950912" y="7761287"/>
            <a:chExt cx="508000" cy="542924"/>
          </a:xfrm>
        </p:grpSpPr>
        <p:sp>
          <p:nvSpPr>
            <p:cNvPr id="79" name="曲线"/>
            <p:cNvSpPr>
              <a:spLocks/>
            </p:cNvSpPr>
            <p:nvPr/>
          </p:nvSpPr>
          <p:spPr>
            <a:xfrm rot="0">
              <a:off x="950912" y="7761287"/>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80" name="矩形"/>
            <p:cNvSpPr>
              <a:spLocks/>
            </p:cNvSpPr>
            <p:nvPr/>
          </p:nvSpPr>
          <p:spPr>
            <a:xfrm rot="0">
              <a:off x="998537" y="7794625"/>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82" name="矩形"/>
          <p:cNvSpPr>
            <a:spLocks/>
          </p:cNvSpPr>
          <p:nvPr/>
        </p:nvSpPr>
        <p:spPr>
          <a:xfrm rot="0">
            <a:off x="152400" y="342900"/>
            <a:ext cx="179070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PROBLEM STATEMENT</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83" name="矩形"/>
          <p:cNvSpPr>
            <a:spLocks/>
          </p:cNvSpPr>
          <p:nvPr/>
        </p:nvSpPr>
        <p:spPr>
          <a:xfrm rot="0">
            <a:off x="2209800" y="1638300"/>
            <a:ext cx="15082837" cy="909320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just">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Many digital content platforms do not provide an efficient system for user authentication, subscription management, and controlled access to premium content. This makes it difficult to manage users, restrict content based on membership levels, and provide a smooth user experience. There is a need for a simple, secure, and automated subscription-based web application that allows users to register, log in, choose suitable plans, and access content according to their subscription.</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356309397"/>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86" name="组合"/>
          <p:cNvGrpSpPr>
            <a:grpSpLocks/>
          </p:cNvGrpSpPr>
          <p:nvPr/>
        </p:nvGrpSpPr>
        <p:grpSpPr>
          <a:xfrm>
            <a:off x="709612" y="3316287"/>
            <a:ext cx="992187" cy="992187"/>
            <a:chOff x="709612" y="3316287"/>
            <a:chExt cx="992187" cy="992187"/>
          </a:xfrm>
        </p:grpSpPr>
        <p:sp>
          <p:nvSpPr>
            <p:cNvPr id="84" name="曲线"/>
            <p:cNvSpPr>
              <a:spLocks/>
            </p:cNvSpPr>
            <p:nvPr/>
          </p:nvSpPr>
          <p:spPr>
            <a:xfrm rot="0">
              <a:off x="709612" y="3316287"/>
              <a:ext cx="992187" cy="992187"/>
            </a:xfrm>
            <a:custGeom>
              <a:gdLst>
                <a:gd name="T1" fmla="*/ 0 w 21600"/>
                <a:gd name="T2" fmla="*/ 0 h 21600"/>
                <a:gd name="T3" fmla="*/ 21600 w 21600"/>
                <a:gd name="T4" fmla="*/ 21600 h 21600"/>
              </a:gdLst>
              <a:rect l="T1" t="T2" r="T3" b="T4"/>
              <a:pathLst>
                <a:path w="21600" h="21600">
                  <a:moveTo>
                    <a:pt x="10800" y="0"/>
                  </a:moveTo>
                  <a:cubicBezTo>
                    <a:pt x="4826" y="0"/>
                    <a:pt x="0" y="4826"/>
                    <a:pt x="0" y="10799"/>
                  </a:cubicBezTo>
                  <a:cubicBezTo>
                    <a:pt x="0" y="16773"/>
                    <a:pt x="4826" y="21600"/>
                    <a:pt x="10800" y="21600"/>
                  </a:cubicBezTo>
                  <a:cubicBezTo>
                    <a:pt x="16773" y="21600"/>
                    <a:pt x="21600" y="16773"/>
                    <a:pt x="21600" y="10799"/>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85" name="矩形"/>
            <p:cNvSpPr>
              <a:spLocks/>
            </p:cNvSpPr>
            <p:nvPr/>
          </p:nvSpPr>
          <p:spPr>
            <a:xfrm rot="0">
              <a:off x="801687" y="3338512"/>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600" b="0" i="0" u="none" strike="noStrike" kern="0" cap="none" spc="0" baseline="0">
                  <a:solidFill>
                    <a:srgbClr val="FFFEFE"/>
                  </a:solidFill>
                  <a:latin typeface="Gotham"/>
                  <a:ea typeface="Gotham"/>
                  <a:cs typeface="Gotham"/>
                  <a:sym typeface="Gotham"/>
                </a:rPr>
                <a:t>3</a:t>
              </a:r>
              <a:endParaRPr lang="zh-CN" altLang="en-US" sz="2600" b="0" i="0" u="none" strike="noStrike" kern="0" cap="none" spc="0" baseline="0">
                <a:solidFill>
                  <a:srgbClr val="FFFEFE"/>
                </a:solidFill>
                <a:latin typeface="Gotham"/>
                <a:ea typeface="Gotham"/>
                <a:cs typeface="Gotham"/>
                <a:sym typeface="Gotham"/>
              </a:endParaRPr>
            </a:p>
          </p:txBody>
        </p:sp>
      </p:grpSp>
      <p:grpSp>
        <p:nvGrpSpPr>
          <p:cNvPr id="89" name="组合"/>
          <p:cNvGrpSpPr>
            <a:grpSpLocks/>
          </p:cNvGrpSpPr>
          <p:nvPr/>
        </p:nvGrpSpPr>
        <p:grpSpPr>
          <a:xfrm>
            <a:off x="950912" y="4427537"/>
            <a:ext cx="508000" cy="544512"/>
            <a:chOff x="950912" y="4427537"/>
            <a:chExt cx="508000" cy="544512"/>
          </a:xfrm>
        </p:grpSpPr>
        <p:sp>
          <p:nvSpPr>
            <p:cNvPr id="87" name="曲线"/>
            <p:cNvSpPr>
              <a:spLocks/>
            </p:cNvSpPr>
            <p:nvPr/>
          </p:nvSpPr>
          <p:spPr>
            <a:xfrm rot="0">
              <a:off x="950912" y="4427537"/>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88" name="矩形"/>
            <p:cNvSpPr>
              <a:spLocks/>
            </p:cNvSpPr>
            <p:nvPr/>
          </p:nvSpPr>
          <p:spPr>
            <a:xfrm rot="0">
              <a:off x="998537" y="4460875"/>
              <a:ext cx="412750"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92" name="组合"/>
          <p:cNvGrpSpPr>
            <a:grpSpLocks/>
          </p:cNvGrpSpPr>
          <p:nvPr/>
        </p:nvGrpSpPr>
        <p:grpSpPr>
          <a:xfrm>
            <a:off x="950912" y="1982787"/>
            <a:ext cx="508000" cy="542925"/>
            <a:chOff x="950912" y="1982787"/>
            <a:chExt cx="508000" cy="542925"/>
          </a:xfrm>
        </p:grpSpPr>
        <p:sp>
          <p:nvSpPr>
            <p:cNvPr id="90" name="曲线"/>
            <p:cNvSpPr>
              <a:spLocks/>
            </p:cNvSpPr>
            <p:nvPr/>
          </p:nvSpPr>
          <p:spPr>
            <a:xfrm rot="0">
              <a:off x="950912" y="1982787"/>
              <a:ext cx="508000"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91" name="矩形"/>
            <p:cNvSpPr>
              <a:spLocks/>
            </p:cNvSpPr>
            <p:nvPr/>
          </p:nvSpPr>
          <p:spPr>
            <a:xfrm rot="0">
              <a:off x="998537" y="2016124"/>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95" name="组合"/>
          <p:cNvGrpSpPr>
            <a:grpSpLocks/>
          </p:cNvGrpSpPr>
          <p:nvPr/>
        </p:nvGrpSpPr>
        <p:grpSpPr>
          <a:xfrm>
            <a:off x="950912" y="5094287"/>
            <a:ext cx="508000" cy="542924"/>
            <a:chOff x="950912" y="5094287"/>
            <a:chExt cx="508000" cy="542924"/>
          </a:xfrm>
        </p:grpSpPr>
        <p:sp>
          <p:nvSpPr>
            <p:cNvPr id="93" name="曲线"/>
            <p:cNvSpPr>
              <a:spLocks/>
            </p:cNvSpPr>
            <p:nvPr/>
          </p:nvSpPr>
          <p:spPr>
            <a:xfrm rot="0">
              <a:off x="950912" y="5094287"/>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94" name="矩形"/>
            <p:cNvSpPr>
              <a:spLocks/>
            </p:cNvSpPr>
            <p:nvPr/>
          </p:nvSpPr>
          <p:spPr>
            <a:xfrm rot="0">
              <a:off x="998537" y="5127625"/>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98" name="组合"/>
          <p:cNvGrpSpPr>
            <a:grpSpLocks/>
          </p:cNvGrpSpPr>
          <p:nvPr/>
        </p:nvGrpSpPr>
        <p:grpSpPr>
          <a:xfrm>
            <a:off x="950912" y="2647950"/>
            <a:ext cx="508000" cy="544512"/>
            <a:chOff x="950912" y="2647950"/>
            <a:chExt cx="508000" cy="544512"/>
          </a:xfrm>
        </p:grpSpPr>
        <p:sp>
          <p:nvSpPr>
            <p:cNvPr id="96" name="曲线"/>
            <p:cNvSpPr>
              <a:spLocks/>
            </p:cNvSpPr>
            <p:nvPr/>
          </p:nvSpPr>
          <p:spPr>
            <a:xfrm rot="0">
              <a:off x="950912" y="2647950"/>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97" name="矩形"/>
            <p:cNvSpPr>
              <a:spLocks/>
            </p:cNvSpPr>
            <p:nvPr/>
          </p:nvSpPr>
          <p:spPr>
            <a:xfrm rot="0">
              <a:off x="998537" y="2681287"/>
              <a:ext cx="412750"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01" name="组合"/>
          <p:cNvGrpSpPr>
            <a:grpSpLocks/>
          </p:cNvGrpSpPr>
          <p:nvPr/>
        </p:nvGrpSpPr>
        <p:grpSpPr>
          <a:xfrm>
            <a:off x="950912" y="6426200"/>
            <a:ext cx="508000" cy="542925"/>
            <a:chOff x="950912" y="6426200"/>
            <a:chExt cx="508000" cy="542925"/>
          </a:xfrm>
        </p:grpSpPr>
        <p:sp>
          <p:nvSpPr>
            <p:cNvPr id="99" name="曲线"/>
            <p:cNvSpPr>
              <a:spLocks/>
            </p:cNvSpPr>
            <p:nvPr/>
          </p:nvSpPr>
          <p:spPr>
            <a:xfrm rot="0">
              <a:off x="950912" y="6426200"/>
              <a:ext cx="508000"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00" name="矩形"/>
            <p:cNvSpPr>
              <a:spLocks/>
            </p:cNvSpPr>
            <p:nvPr/>
          </p:nvSpPr>
          <p:spPr>
            <a:xfrm rot="0">
              <a:off x="998537" y="6457950"/>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04" name="组合"/>
          <p:cNvGrpSpPr>
            <a:grpSpLocks/>
          </p:cNvGrpSpPr>
          <p:nvPr/>
        </p:nvGrpSpPr>
        <p:grpSpPr>
          <a:xfrm>
            <a:off x="950912" y="5759450"/>
            <a:ext cx="508000" cy="544512"/>
            <a:chOff x="950912" y="5759450"/>
            <a:chExt cx="508000" cy="544512"/>
          </a:xfrm>
        </p:grpSpPr>
        <p:sp>
          <p:nvSpPr>
            <p:cNvPr id="102" name="曲线"/>
            <p:cNvSpPr>
              <a:spLocks/>
            </p:cNvSpPr>
            <p:nvPr/>
          </p:nvSpPr>
          <p:spPr>
            <a:xfrm rot="0">
              <a:off x="950912" y="5759450"/>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03" name="矩形"/>
            <p:cNvSpPr>
              <a:spLocks/>
            </p:cNvSpPr>
            <p:nvPr/>
          </p:nvSpPr>
          <p:spPr>
            <a:xfrm rot="0">
              <a:off x="998537" y="5792787"/>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07" name="组合"/>
          <p:cNvGrpSpPr>
            <a:grpSpLocks/>
          </p:cNvGrpSpPr>
          <p:nvPr/>
        </p:nvGrpSpPr>
        <p:grpSpPr>
          <a:xfrm>
            <a:off x="950912" y="7092950"/>
            <a:ext cx="508000" cy="544512"/>
            <a:chOff x="950912" y="7092950"/>
            <a:chExt cx="508000" cy="544512"/>
          </a:xfrm>
        </p:grpSpPr>
        <p:sp>
          <p:nvSpPr>
            <p:cNvPr id="105" name="曲线"/>
            <p:cNvSpPr>
              <a:spLocks/>
            </p:cNvSpPr>
            <p:nvPr/>
          </p:nvSpPr>
          <p:spPr>
            <a:xfrm rot="0">
              <a:off x="950912" y="7092950"/>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06" name="矩形"/>
            <p:cNvSpPr>
              <a:spLocks/>
            </p:cNvSpPr>
            <p:nvPr/>
          </p:nvSpPr>
          <p:spPr>
            <a:xfrm rot="0">
              <a:off x="998537" y="7126288"/>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8</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10" name="组合"/>
          <p:cNvGrpSpPr>
            <a:grpSpLocks/>
          </p:cNvGrpSpPr>
          <p:nvPr/>
        </p:nvGrpSpPr>
        <p:grpSpPr>
          <a:xfrm>
            <a:off x="950912" y="7761287"/>
            <a:ext cx="508000" cy="542924"/>
            <a:chOff x="950912" y="7761287"/>
            <a:chExt cx="508000" cy="542924"/>
          </a:xfrm>
        </p:grpSpPr>
        <p:sp>
          <p:nvSpPr>
            <p:cNvPr id="108" name="曲线"/>
            <p:cNvSpPr>
              <a:spLocks/>
            </p:cNvSpPr>
            <p:nvPr/>
          </p:nvSpPr>
          <p:spPr>
            <a:xfrm rot="0">
              <a:off x="950912" y="7761287"/>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09" name="矩形"/>
            <p:cNvSpPr>
              <a:spLocks/>
            </p:cNvSpPr>
            <p:nvPr/>
          </p:nvSpPr>
          <p:spPr>
            <a:xfrm rot="0">
              <a:off x="998537" y="7794625"/>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111" name="矩形"/>
          <p:cNvSpPr>
            <a:spLocks/>
          </p:cNvSpPr>
          <p:nvPr/>
        </p:nvSpPr>
        <p:spPr>
          <a:xfrm rot="0">
            <a:off x="76200" y="436562"/>
            <a:ext cx="179070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OBJECTIVES</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112" name="曲线"/>
          <p:cNvSpPr>
            <a:spLocks/>
          </p:cNvSpPr>
          <p:nvPr/>
        </p:nvSpPr>
        <p:spPr>
          <a:xfrm rot="0">
            <a:off x="16313150" y="911225"/>
            <a:ext cx="946151" cy="23495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sp>
        <p:nvSpPr>
          <p:cNvPr id="113" name="矩形"/>
          <p:cNvSpPr>
            <a:spLocks/>
          </p:cNvSpPr>
          <p:nvPr/>
        </p:nvSpPr>
        <p:spPr>
          <a:xfrm rot="0">
            <a:off x="2209800" y="1638300"/>
            <a:ext cx="15082837" cy="7807325"/>
          </a:xfrm>
          <a:prstGeom prst="rect"/>
          <a:noFill/>
          <a:ln w="12700" cmpd="sng" cap="flat">
            <a:noFill/>
            <a:prstDash val="solid"/>
            <a:miter/>
          </a:ln>
        </p:spPr>
        <p:txBody>
          <a:bodyPr vert="horz" wrap="square" lIns="91440" tIns="45720" rIns="91440" bIns="45720" anchor="t" anchorCtr="0">
            <a:prstTxWarp prst="textNoShape"/>
            <a:spAutoFit/>
          </a:bodyPr>
          <a:lstStyle/>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just">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 </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just">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just">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just">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just">
              <a:lnSpc>
                <a:spcPct val="100000"/>
              </a:lnSpc>
              <a:spcBef>
                <a:spcPts val="0"/>
              </a:spcBef>
              <a:spcAft>
                <a:spcPts val="0"/>
              </a:spcAft>
              <a:buClrTx/>
              <a:buAutoNum type="arabicPeriod"/>
            </a:pPr>
            <a:r>
              <a:rPr lang="en-US" altLang="zh-CN" sz="2800" b="0" i="0" u="none" strike="noStrike" kern="0" cap="none" spc="0" baseline="0">
                <a:solidFill>
                  <a:schemeClr val="tx1"/>
                </a:solidFill>
                <a:latin typeface="Calibri" pitchFamily="0" charset="0"/>
                <a:ea typeface="宋体" pitchFamily="0" charset="0"/>
                <a:cs typeface="Calibri" pitchFamily="0" charset="0"/>
              </a:rPr>
              <a:t>To design and develop a web-based subscription platform that allows users to register, log In securely, and manage their accounts.</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just">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just">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2. To implement tier-based subscription plans (Basic, Gold, and Premium) that control access to         content based on user membership.</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just">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just">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3. To provide a responsive and user-friendly interface for accessing images and videos across different devices.</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740710300"/>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116" name="组合"/>
          <p:cNvGrpSpPr>
            <a:grpSpLocks/>
          </p:cNvGrpSpPr>
          <p:nvPr/>
        </p:nvGrpSpPr>
        <p:grpSpPr>
          <a:xfrm>
            <a:off x="709612" y="3983037"/>
            <a:ext cx="992187" cy="992187"/>
            <a:chOff x="709612" y="3983037"/>
            <a:chExt cx="992187" cy="992187"/>
          </a:xfrm>
        </p:grpSpPr>
        <p:sp>
          <p:nvSpPr>
            <p:cNvPr id="114" name="曲线"/>
            <p:cNvSpPr>
              <a:spLocks/>
            </p:cNvSpPr>
            <p:nvPr/>
          </p:nvSpPr>
          <p:spPr>
            <a:xfrm rot="0">
              <a:off x="709612" y="3983037"/>
              <a:ext cx="992187" cy="992187"/>
            </a:xfrm>
            <a:custGeom>
              <a:gdLst>
                <a:gd name="T1" fmla="*/ 0 w 21600"/>
                <a:gd name="T2" fmla="*/ 0 h 21600"/>
                <a:gd name="T3" fmla="*/ 21600 w 21600"/>
                <a:gd name="T4" fmla="*/ 21600 h 21600"/>
              </a:gdLst>
              <a:rect l="T1" t="T2" r="T3" b="T4"/>
              <a:pathLst>
                <a:path w="21600" h="21600">
                  <a:moveTo>
                    <a:pt x="10800" y="0"/>
                  </a:moveTo>
                  <a:cubicBezTo>
                    <a:pt x="4826" y="0"/>
                    <a:pt x="0" y="4826"/>
                    <a:pt x="0" y="10800"/>
                  </a:cubicBezTo>
                  <a:cubicBezTo>
                    <a:pt x="0" y="16773"/>
                    <a:pt x="4826" y="21600"/>
                    <a:pt x="10800" y="21600"/>
                  </a:cubicBezTo>
                  <a:cubicBezTo>
                    <a:pt x="16773" y="21600"/>
                    <a:pt x="21600" y="16773"/>
                    <a:pt x="21600" y="10800"/>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115" name="矩形"/>
            <p:cNvSpPr>
              <a:spLocks/>
            </p:cNvSpPr>
            <p:nvPr/>
          </p:nvSpPr>
          <p:spPr>
            <a:xfrm rot="0">
              <a:off x="801687" y="4006850"/>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600" b="0" i="0" u="none" strike="noStrike" kern="0" cap="none" spc="0" baseline="0">
                  <a:solidFill>
                    <a:srgbClr val="FFFEFE"/>
                  </a:solidFill>
                  <a:latin typeface="Gotham"/>
                  <a:ea typeface="Gotham"/>
                  <a:cs typeface="Gotham"/>
                  <a:sym typeface="Gotham"/>
                </a:rPr>
                <a:t>4</a:t>
              </a:r>
              <a:endParaRPr lang="zh-CN" altLang="en-US" sz="2600" b="0" i="0" u="none" strike="noStrike" kern="0" cap="none" spc="0" baseline="0">
                <a:solidFill>
                  <a:srgbClr val="FFFEFE"/>
                </a:solidFill>
                <a:latin typeface="Gotham"/>
                <a:ea typeface="Gotham"/>
                <a:cs typeface="Gotham"/>
                <a:sym typeface="Gotham"/>
              </a:endParaRPr>
            </a:p>
          </p:txBody>
        </p:sp>
      </p:grpSp>
      <p:grpSp>
        <p:nvGrpSpPr>
          <p:cNvPr id="119" name="组合"/>
          <p:cNvGrpSpPr>
            <a:grpSpLocks/>
          </p:cNvGrpSpPr>
          <p:nvPr/>
        </p:nvGrpSpPr>
        <p:grpSpPr>
          <a:xfrm>
            <a:off x="950912" y="3316287"/>
            <a:ext cx="508000" cy="542925"/>
            <a:chOff x="950912" y="3316287"/>
            <a:chExt cx="508000" cy="542925"/>
          </a:xfrm>
        </p:grpSpPr>
        <p:sp>
          <p:nvSpPr>
            <p:cNvPr id="117" name="曲线"/>
            <p:cNvSpPr>
              <a:spLocks/>
            </p:cNvSpPr>
            <p:nvPr/>
          </p:nvSpPr>
          <p:spPr>
            <a:xfrm rot="0">
              <a:off x="950912" y="3316287"/>
              <a:ext cx="508000"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18" name="矩形"/>
            <p:cNvSpPr>
              <a:spLocks/>
            </p:cNvSpPr>
            <p:nvPr/>
          </p:nvSpPr>
          <p:spPr>
            <a:xfrm rot="0">
              <a:off x="998537" y="3349625"/>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22" name="组合"/>
          <p:cNvGrpSpPr>
            <a:grpSpLocks/>
          </p:cNvGrpSpPr>
          <p:nvPr/>
        </p:nvGrpSpPr>
        <p:grpSpPr>
          <a:xfrm>
            <a:off x="950912" y="1982787"/>
            <a:ext cx="508000" cy="542925"/>
            <a:chOff x="950912" y="1982787"/>
            <a:chExt cx="508000" cy="542925"/>
          </a:xfrm>
        </p:grpSpPr>
        <p:sp>
          <p:nvSpPr>
            <p:cNvPr id="120" name="曲线"/>
            <p:cNvSpPr>
              <a:spLocks/>
            </p:cNvSpPr>
            <p:nvPr/>
          </p:nvSpPr>
          <p:spPr>
            <a:xfrm rot="0">
              <a:off x="950912" y="1982787"/>
              <a:ext cx="508000"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21" name="矩形"/>
            <p:cNvSpPr>
              <a:spLocks/>
            </p:cNvSpPr>
            <p:nvPr/>
          </p:nvSpPr>
          <p:spPr>
            <a:xfrm rot="0">
              <a:off x="998537" y="2016124"/>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25" name="组合"/>
          <p:cNvGrpSpPr>
            <a:grpSpLocks/>
          </p:cNvGrpSpPr>
          <p:nvPr/>
        </p:nvGrpSpPr>
        <p:grpSpPr>
          <a:xfrm>
            <a:off x="950912" y="5094287"/>
            <a:ext cx="508000" cy="542924"/>
            <a:chOff x="950912" y="5094287"/>
            <a:chExt cx="508000" cy="542924"/>
          </a:xfrm>
        </p:grpSpPr>
        <p:sp>
          <p:nvSpPr>
            <p:cNvPr id="123" name="曲线"/>
            <p:cNvSpPr>
              <a:spLocks/>
            </p:cNvSpPr>
            <p:nvPr/>
          </p:nvSpPr>
          <p:spPr>
            <a:xfrm rot="0">
              <a:off x="950912" y="5094287"/>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24" name="矩形"/>
            <p:cNvSpPr>
              <a:spLocks/>
            </p:cNvSpPr>
            <p:nvPr/>
          </p:nvSpPr>
          <p:spPr>
            <a:xfrm rot="0">
              <a:off x="998537" y="5127625"/>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28" name="组合"/>
          <p:cNvGrpSpPr>
            <a:grpSpLocks/>
          </p:cNvGrpSpPr>
          <p:nvPr/>
        </p:nvGrpSpPr>
        <p:grpSpPr>
          <a:xfrm>
            <a:off x="950912" y="2647950"/>
            <a:ext cx="508000" cy="544512"/>
            <a:chOff x="950912" y="2647950"/>
            <a:chExt cx="508000" cy="544512"/>
          </a:xfrm>
        </p:grpSpPr>
        <p:sp>
          <p:nvSpPr>
            <p:cNvPr id="126" name="曲线"/>
            <p:cNvSpPr>
              <a:spLocks/>
            </p:cNvSpPr>
            <p:nvPr/>
          </p:nvSpPr>
          <p:spPr>
            <a:xfrm rot="0">
              <a:off x="950912" y="2647950"/>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27" name="矩形"/>
            <p:cNvSpPr>
              <a:spLocks/>
            </p:cNvSpPr>
            <p:nvPr/>
          </p:nvSpPr>
          <p:spPr>
            <a:xfrm rot="0">
              <a:off x="998537" y="2681287"/>
              <a:ext cx="412750"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31" name="组合"/>
          <p:cNvGrpSpPr>
            <a:grpSpLocks/>
          </p:cNvGrpSpPr>
          <p:nvPr/>
        </p:nvGrpSpPr>
        <p:grpSpPr>
          <a:xfrm>
            <a:off x="950912" y="6426200"/>
            <a:ext cx="508000" cy="542925"/>
            <a:chOff x="950912" y="6426200"/>
            <a:chExt cx="508000" cy="542925"/>
          </a:xfrm>
        </p:grpSpPr>
        <p:sp>
          <p:nvSpPr>
            <p:cNvPr id="129" name="曲线"/>
            <p:cNvSpPr>
              <a:spLocks/>
            </p:cNvSpPr>
            <p:nvPr/>
          </p:nvSpPr>
          <p:spPr>
            <a:xfrm rot="0">
              <a:off x="950912" y="6426200"/>
              <a:ext cx="508000"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30" name="矩形"/>
            <p:cNvSpPr>
              <a:spLocks/>
            </p:cNvSpPr>
            <p:nvPr/>
          </p:nvSpPr>
          <p:spPr>
            <a:xfrm rot="0">
              <a:off x="998537" y="6457950"/>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34" name="组合"/>
          <p:cNvGrpSpPr>
            <a:grpSpLocks/>
          </p:cNvGrpSpPr>
          <p:nvPr/>
        </p:nvGrpSpPr>
        <p:grpSpPr>
          <a:xfrm>
            <a:off x="950912" y="5759450"/>
            <a:ext cx="508000" cy="544512"/>
            <a:chOff x="950912" y="5759450"/>
            <a:chExt cx="508000" cy="544512"/>
          </a:xfrm>
        </p:grpSpPr>
        <p:sp>
          <p:nvSpPr>
            <p:cNvPr id="132" name="曲线"/>
            <p:cNvSpPr>
              <a:spLocks/>
            </p:cNvSpPr>
            <p:nvPr/>
          </p:nvSpPr>
          <p:spPr>
            <a:xfrm rot="0">
              <a:off x="950912" y="5759450"/>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33" name="矩形"/>
            <p:cNvSpPr>
              <a:spLocks/>
            </p:cNvSpPr>
            <p:nvPr/>
          </p:nvSpPr>
          <p:spPr>
            <a:xfrm rot="0">
              <a:off x="998537" y="5792787"/>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37" name="组合"/>
          <p:cNvGrpSpPr>
            <a:grpSpLocks/>
          </p:cNvGrpSpPr>
          <p:nvPr/>
        </p:nvGrpSpPr>
        <p:grpSpPr>
          <a:xfrm>
            <a:off x="950912" y="7092950"/>
            <a:ext cx="508000" cy="544512"/>
            <a:chOff x="950912" y="7092950"/>
            <a:chExt cx="508000" cy="544512"/>
          </a:xfrm>
        </p:grpSpPr>
        <p:sp>
          <p:nvSpPr>
            <p:cNvPr id="135" name="曲线"/>
            <p:cNvSpPr>
              <a:spLocks/>
            </p:cNvSpPr>
            <p:nvPr/>
          </p:nvSpPr>
          <p:spPr>
            <a:xfrm rot="0">
              <a:off x="950912" y="7092950"/>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36" name="矩形"/>
            <p:cNvSpPr>
              <a:spLocks/>
            </p:cNvSpPr>
            <p:nvPr/>
          </p:nvSpPr>
          <p:spPr>
            <a:xfrm rot="0">
              <a:off x="998537" y="7126288"/>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8</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40" name="组合"/>
          <p:cNvGrpSpPr>
            <a:grpSpLocks/>
          </p:cNvGrpSpPr>
          <p:nvPr/>
        </p:nvGrpSpPr>
        <p:grpSpPr>
          <a:xfrm>
            <a:off x="950912" y="7761287"/>
            <a:ext cx="508000" cy="542924"/>
            <a:chOff x="950912" y="7761287"/>
            <a:chExt cx="508000" cy="542924"/>
          </a:xfrm>
        </p:grpSpPr>
        <p:sp>
          <p:nvSpPr>
            <p:cNvPr id="138" name="曲线"/>
            <p:cNvSpPr>
              <a:spLocks/>
            </p:cNvSpPr>
            <p:nvPr/>
          </p:nvSpPr>
          <p:spPr>
            <a:xfrm rot="0">
              <a:off x="950912" y="7761287"/>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39" name="矩形"/>
            <p:cNvSpPr>
              <a:spLocks/>
            </p:cNvSpPr>
            <p:nvPr/>
          </p:nvSpPr>
          <p:spPr>
            <a:xfrm rot="0">
              <a:off x="998537" y="7794625"/>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141" name="曲线"/>
          <p:cNvSpPr>
            <a:spLocks/>
          </p:cNvSpPr>
          <p:nvPr/>
        </p:nvSpPr>
        <p:spPr>
          <a:xfrm rot="0">
            <a:off x="16313150" y="911225"/>
            <a:ext cx="946151" cy="23495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sp>
        <p:nvSpPr>
          <p:cNvPr id="142" name="矩形"/>
          <p:cNvSpPr>
            <a:spLocks/>
          </p:cNvSpPr>
          <p:nvPr/>
        </p:nvSpPr>
        <p:spPr>
          <a:xfrm rot="0">
            <a:off x="152400" y="342900"/>
            <a:ext cx="179070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PROPOSED SYSTEM</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143" name="矩形"/>
          <p:cNvSpPr>
            <a:spLocks/>
          </p:cNvSpPr>
          <p:nvPr/>
        </p:nvSpPr>
        <p:spPr>
          <a:xfrm rot="0">
            <a:off x="1570037" y="1501775"/>
            <a:ext cx="16294100" cy="12093576"/>
          </a:xfrm>
          <a:prstGeom prst="rect"/>
          <a:noFill/>
          <a:ln w="12700" cmpd="sng" cap="flat">
            <a:noFill/>
            <a:prstDash val="solid"/>
            <a:miter/>
          </a:ln>
        </p:spPr>
        <p:txBody>
          <a:bodyPr vert="horz" wrap="square" lIns="91440" tIns="45720" rIns="91440" bIns="45720" anchor="t" anchorCtr="0">
            <a:prstTxWarp prst="textNoShape"/>
            <a:spAutoFit/>
          </a:bodyPr>
          <a:lstStyle/>
          <a:p>
            <a:pPr lvl="1" marL="971550" indent="-514350" algn="l">
              <a:lnSpc>
                <a:spcPct val="100000"/>
              </a:lnSpc>
              <a:spcBef>
                <a:spcPts val="0"/>
              </a:spcBef>
              <a:spcAft>
                <a:spcPts val="0"/>
              </a:spcAft>
              <a:buClrTx/>
              <a:buAutoNum type="arabicPeriod"/>
            </a:pPr>
            <a:r>
              <a:rPr lang="en-US" altLang="zh-CN" sz="2800" b="0" i="0" u="none" strike="noStrike" kern="0" cap="none" spc="0" baseline="0">
                <a:solidFill>
                  <a:schemeClr val="tx1"/>
                </a:solidFill>
                <a:latin typeface="Calibri" pitchFamily="0" charset="0"/>
                <a:ea typeface="宋体" pitchFamily="0" charset="0"/>
                <a:cs typeface="Calibri" pitchFamily="0" charset="0"/>
              </a:rPr>
              <a:t>The proposed system is a web-based subscription platform that manages user registration, login, subscription plans, and content access in one application.</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2. It allows users to create an account, log in securely, and choose a suitable subscription plan (Basic, Gold, or Premium).</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3. The system provides controlled access to images and videos based on the selected membership level.</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4. Content is displayed in a responsive and organized grid layout for better user experience.</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5. The application includes features like likes, search, and smooth navigation to enhance user interaction.</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6.The system is fully automated and reduces manual effort in managing users and content.</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7.It ensures secure and accurate handling of user data and subscription logic.</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lvl="1" marL="971550" indent="-51435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8.The application is deployed on a cloud platform, making it accessible anytime on mobile and desktop devices.</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AutoNum type="arabicPeriod"/>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315900268"/>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146" name="组合"/>
          <p:cNvGrpSpPr>
            <a:grpSpLocks/>
          </p:cNvGrpSpPr>
          <p:nvPr/>
        </p:nvGrpSpPr>
        <p:grpSpPr>
          <a:xfrm>
            <a:off x="709612" y="4656137"/>
            <a:ext cx="992187" cy="992187"/>
            <a:chOff x="709612" y="4656137"/>
            <a:chExt cx="992187" cy="992187"/>
          </a:xfrm>
        </p:grpSpPr>
        <p:sp>
          <p:nvSpPr>
            <p:cNvPr id="144" name="曲线"/>
            <p:cNvSpPr>
              <a:spLocks/>
            </p:cNvSpPr>
            <p:nvPr/>
          </p:nvSpPr>
          <p:spPr>
            <a:xfrm rot="0">
              <a:off x="709612" y="4656137"/>
              <a:ext cx="992187" cy="992187"/>
            </a:xfrm>
            <a:custGeom>
              <a:gdLst>
                <a:gd name="T1" fmla="*/ 0 w 21600"/>
                <a:gd name="T2" fmla="*/ 0 h 21600"/>
                <a:gd name="T3" fmla="*/ 21600 w 21600"/>
                <a:gd name="T4" fmla="*/ 21600 h 21600"/>
              </a:gdLst>
              <a:rect l="T1" t="T2" r="T3" b="T4"/>
              <a:pathLst>
                <a:path w="21600" h="21600">
                  <a:moveTo>
                    <a:pt x="10800" y="0"/>
                  </a:moveTo>
                  <a:cubicBezTo>
                    <a:pt x="4826" y="0"/>
                    <a:pt x="0" y="4826"/>
                    <a:pt x="0" y="10800"/>
                  </a:cubicBezTo>
                  <a:cubicBezTo>
                    <a:pt x="0" y="16773"/>
                    <a:pt x="4826" y="21600"/>
                    <a:pt x="10800" y="21600"/>
                  </a:cubicBezTo>
                  <a:cubicBezTo>
                    <a:pt x="16773" y="21600"/>
                    <a:pt x="21600" y="16773"/>
                    <a:pt x="21600" y="10800"/>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145" name="矩形"/>
            <p:cNvSpPr>
              <a:spLocks/>
            </p:cNvSpPr>
            <p:nvPr/>
          </p:nvSpPr>
          <p:spPr>
            <a:xfrm rot="0">
              <a:off x="801687" y="4678363"/>
              <a:ext cx="806449" cy="876299"/>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600" b="0" i="0" u="none" strike="noStrike" kern="0" cap="none" spc="0" baseline="0">
                  <a:solidFill>
                    <a:srgbClr val="FFFEFE"/>
                  </a:solidFill>
                  <a:latin typeface="Gotham"/>
                  <a:ea typeface="Gotham"/>
                  <a:cs typeface="Gotham"/>
                  <a:sym typeface="Gotham"/>
                </a:rPr>
                <a:t>5</a:t>
              </a:r>
              <a:endParaRPr lang="zh-CN" altLang="en-US" sz="2600" b="0" i="0" u="none" strike="noStrike" kern="0" cap="none" spc="0" baseline="0">
                <a:solidFill>
                  <a:srgbClr val="FFFEFE"/>
                </a:solidFill>
                <a:latin typeface="Gotham"/>
                <a:ea typeface="Gotham"/>
                <a:cs typeface="Gotham"/>
                <a:sym typeface="Gotham"/>
              </a:endParaRPr>
            </a:p>
          </p:txBody>
        </p:sp>
      </p:grpSp>
      <p:grpSp>
        <p:nvGrpSpPr>
          <p:cNvPr id="149" name="组合"/>
          <p:cNvGrpSpPr>
            <a:grpSpLocks/>
          </p:cNvGrpSpPr>
          <p:nvPr/>
        </p:nvGrpSpPr>
        <p:grpSpPr>
          <a:xfrm>
            <a:off x="950912" y="3321050"/>
            <a:ext cx="508000" cy="542924"/>
            <a:chOff x="950912" y="3321050"/>
            <a:chExt cx="508000" cy="542924"/>
          </a:xfrm>
        </p:grpSpPr>
        <p:sp>
          <p:nvSpPr>
            <p:cNvPr id="147" name="曲线"/>
            <p:cNvSpPr>
              <a:spLocks/>
            </p:cNvSpPr>
            <p:nvPr/>
          </p:nvSpPr>
          <p:spPr>
            <a:xfrm rot="0">
              <a:off x="950912" y="3321050"/>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48" name="矩形"/>
            <p:cNvSpPr>
              <a:spLocks/>
            </p:cNvSpPr>
            <p:nvPr/>
          </p:nvSpPr>
          <p:spPr>
            <a:xfrm rot="0">
              <a:off x="998537" y="3354387"/>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52" name="组合"/>
          <p:cNvGrpSpPr>
            <a:grpSpLocks/>
          </p:cNvGrpSpPr>
          <p:nvPr/>
        </p:nvGrpSpPr>
        <p:grpSpPr>
          <a:xfrm>
            <a:off x="950912" y="1987550"/>
            <a:ext cx="508000" cy="542925"/>
            <a:chOff x="950912" y="1987550"/>
            <a:chExt cx="508000" cy="542925"/>
          </a:xfrm>
        </p:grpSpPr>
        <p:sp>
          <p:nvSpPr>
            <p:cNvPr id="150" name="曲线"/>
            <p:cNvSpPr>
              <a:spLocks/>
            </p:cNvSpPr>
            <p:nvPr/>
          </p:nvSpPr>
          <p:spPr>
            <a:xfrm rot="0">
              <a:off x="950912" y="1987550"/>
              <a:ext cx="508000"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51" name="矩形"/>
            <p:cNvSpPr>
              <a:spLocks/>
            </p:cNvSpPr>
            <p:nvPr/>
          </p:nvSpPr>
          <p:spPr>
            <a:xfrm rot="0">
              <a:off x="998537" y="2020887"/>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55" name="组合"/>
          <p:cNvGrpSpPr>
            <a:grpSpLocks/>
          </p:cNvGrpSpPr>
          <p:nvPr/>
        </p:nvGrpSpPr>
        <p:grpSpPr>
          <a:xfrm>
            <a:off x="950912" y="3987800"/>
            <a:ext cx="508000" cy="544512"/>
            <a:chOff x="950912" y="3987800"/>
            <a:chExt cx="508000" cy="544512"/>
          </a:xfrm>
        </p:grpSpPr>
        <p:sp>
          <p:nvSpPr>
            <p:cNvPr id="153" name="曲线"/>
            <p:cNvSpPr>
              <a:spLocks/>
            </p:cNvSpPr>
            <p:nvPr/>
          </p:nvSpPr>
          <p:spPr>
            <a:xfrm rot="0">
              <a:off x="950912" y="3987800"/>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54" name="矩形"/>
            <p:cNvSpPr>
              <a:spLocks/>
            </p:cNvSpPr>
            <p:nvPr/>
          </p:nvSpPr>
          <p:spPr>
            <a:xfrm rot="0">
              <a:off x="998537" y="4021137"/>
              <a:ext cx="412750"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58" name="组合"/>
          <p:cNvGrpSpPr>
            <a:grpSpLocks/>
          </p:cNvGrpSpPr>
          <p:nvPr/>
        </p:nvGrpSpPr>
        <p:grpSpPr>
          <a:xfrm>
            <a:off x="950912" y="2652712"/>
            <a:ext cx="508000" cy="544512"/>
            <a:chOff x="950912" y="2652712"/>
            <a:chExt cx="508000" cy="544512"/>
          </a:xfrm>
        </p:grpSpPr>
        <p:sp>
          <p:nvSpPr>
            <p:cNvPr id="156" name="曲线"/>
            <p:cNvSpPr>
              <a:spLocks/>
            </p:cNvSpPr>
            <p:nvPr/>
          </p:nvSpPr>
          <p:spPr>
            <a:xfrm rot="0">
              <a:off x="950912" y="2652712"/>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57" name="矩形"/>
            <p:cNvSpPr>
              <a:spLocks/>
            </p:cNvSpPr>
            <p:nvPr/>
          </p:nvSpPr>
          <p:spPr>
            <a:xfrm rot="0">
              <a:off x="998537" y="2686050"/>
              <a:ext cx="412750"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61" name="组合"/>
          <p:cNvGrpSpPr>
            <a:grpSpLocks/>
          </p:cNvGrpSpPr>
          <p:nvPr/>
        </p:nvGrpSpPr>
        <p:grpSpPr>
          <a:xfrm>
            <a:off x="950912" y="6430962"/>
            <a:ext cx="508000" cy="542925"/>
            <a:chOff x="950912" y="6430962"/>
            <a:chExt cx="508000" cy="542925"/>
          </a:xfrm>
        </p:grpSpPr>
        <p:sp>
          <p:nvSpPr>
            <p:cNvPr id="159" name="曲线"/>
            <p:cNvSpPr>
              <a:spLocks/>
            </p:cNvSpPr>
            <p:nvPr/>
          </p:nvSpPr>
          <p:spPr>
            <a:xfrm rot="0">
              <a:off x="950912" y="6430962"/>
              <a:ext cx="508000"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60" name="矩形"/>
            <p:cNvSpPr>
              <a:spLocks/>
            </p:cNvSpPr>
            <p:nvPr/>
          </p:nvSpPr>
          <p:spPr>
            <a:xfrm rot="0">
              <a:off x="998537" y="6462713"/>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64" name="组合"/>
          <p:cNvGrpSpPr>
            <a:grpSpLocks/>
          </p:cNvGrpSpPr>
          <p:nvPr/>
        </p:nvGrpSpPr>
        <p:grpSpPr>
          <a:xfrm>
            <a:off x="950912" y="5764212"/>
            <a:ext cx="508000" cy="544512"/>
            <a:chOff x="950912" y="5764212"/>
            <a:chExt cx="508000" cy="544512"/>
          </a:xfrm>
        </p:grpSpPr>
        <p:sp>
          <p:nvSpPr>
            <p:cNvPr id="162" name="曲线"/>
            <p:cNvSpPr>
              <a:spLocks/>
            </p:cNvSpPr>
            <p:nvPr/>
          </p:nvSpPr>
          <p:spPr>
            <a:xfrm rot="0">
              <a:off x="950912" y="5764212"/>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63" name="矩形"/>
            <p:cNvSpPr>
              <a:spLocks/>
            </p:cNvSpPr>
            <p:nvPr/>
          </p:nvSpPr>
          <p:spPr>
            <a:xfrm rot="0">
              <a:off x="998537" y="5797550"/>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67" name="组合"/>
          <p:cNvGrpSpPr>
            <a:grpSpLocks/>
          </p:cNvGrpSpPr>
          <p:nvPr/>
        </p:nvGrpSpPr>
        <p:grpSpPr>
          <a:xfrm>
            <a:off x="950912" y="7088188"/>
            <a:ext cx="508000" cy="544512"/>
            <a:chOff x="950912" y="7088188"/>
            <a:chExt cx="508000" cy="544512"/>
          </a:xfrm>
        </p:grpSpPr>
        <p:sp>
          <p:nvSpPr>
            <p:cNvPr id="165" name="曲线"/>
            <p:cNvSpPr>
              <a:spLocks/>
            </p:cNvSpPr>
            <p:nvPr/>
          </p:nvSpPr>
          <p:spPr>
            <a:xfrm rot="0">
              <a:off x="950912" y="7088188"/>
              <a:ext cx="508000"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66" name="矩形"/>
            <p:cNvSpPr>
              <a:spLocks/>
            </p:cNvSpPr>
            <p:nvPr/>
          </p:nvSpPr>
          <p:spPr>
            <a:xfrm rot="0">
              <a:off x="998537" y="7121525"/>
              <a:ext cx="412750"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8</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70" name="组合"/>
          <p:cNvGrpSpPr>
            <a:grpSpLocks/>
          </p:cNvGrpSpPr>
          <p:nvPr/>
        </p:nvGrpSpPr>
        <p:grpSpPr>
          <a:xfrm>
            <a:off x="950912" y="7756525"/>
            <a:ext cx="508000" cy="542924"/>
            <a:chOff x="950912" y="7756525"/>
            <a:chExt cx="508000" cy="542924"/>
          </a:xfrm>
        </p:grpSpPr>
        <p:sp>
          <p:nvSpPr>
            <p:cNvPr id="168" name="曲线"/>
            <p:cNvSpPr>
              <a:spLocks/>
            </p:cNvSpPr>
            <p:nvPr/>
          </p:nvSpPr>
          <p:spPr>
            <a:xfrm rot="0">
              <a:off x="950912" y="7756525"/>
              <a:ext cx="508000"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69" name="矩形"/>
            <p:cNvSpPr>
              <a:spLocks/>
            </p:cNvSpPr>
            <p:nvPr/>
          </p:nvSpPr>
          <p:spPr>
            <a:xfrm rot="0">
              <a:off x="998537" y="7789863"/>
              <a:ext cx="412750"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73" name="组合"/>
          <p:cNvGrpSpPr>
            <a:grpSpLocks/>
          </p:cNvGrpSpPr>
          <p:nvPr/>
        </p:nvGrpSpPr>
        <p:grpSpPr>
          <a:xfrm>
            <a:off x="11761788" y="-9632950"/>
            <a:ext cx="10995025" cy="10995023"/>
            <a:chOff x="11761788" y="-9632950"/>
            <a:chExt cx="10995025" cy="10995023"/>
          </a:xfrm>
        </p:grpSpPr>
        <p:sp>
          <p:nvSpPr>
            <p:cNvPr id="171" name="曲线"/>
            <p:cNvSpPr>
              <a:spLocks/>
            </p:cNvSpPr>
            <p:nvPr/>
          </p:nvSpPr>
          <p:spPr>
            <a:xfrm rot="0">
              <a:off x="11761788" y="-9632950"/>
              <a:ext cx="10995025" cy="10995023"/>
            </a:xfrm>
            <a:custGeom>
              <a:gdLst>
                <a:gd name="T1" fmla="*/ 0 w 21600"/>
                <a:gd name="T2" fmla="*/ 0 h 21600"/>
                <a:gd name="T3" fmla="*/ 21600 w 21600"/>
                <a:gd name="T4" fmla="*/ 21600 h 21600"/>
              </a:gdLst>
              <a:rect l="T1" t="T2" r="T3" b="T4"/>
              <a:pathLst>
                <a:path w="21600" h="21600">
                  <a:moveTo>
                    <a:pt x="10800" y="0"/>
                  </a:moveTo>
                  <a:cubicBezTo>
                    <a:pt x="4834" y="0"/>
                    <a:pt x="0" y="4834"/>
                    <a:pt x="0" y="10800"/>
                  </a:cubicBezTo>
                  <a:cubicBezTo>
                    <a:pt x="0" y="16764"/>
                    <a:pt x="4834" y="21600"/>
                    <a:pt x="10800" y="21600"/>
                  </a:cubicBezTo>
                  <a:cubicBezTo>
                    <a:pt x="16764" y="21600"/>
                    <a:pt x="21600" y="16764"/>
                    <a:pt x="21600" y="10800"/>
                  </a:cubicBezTo>
                  <a:cubicBezTo>
                    <a:pt x="21600" y="4834"/>
                    <a:pt x="16764" y="0"/>
                    <a:pt x="10800" y="0"/>
                  </a:cubicBezTo>
                  <a:lnTo>
                    <a:pt x="10800" y="0"/>
                  </a:lnTo>
                  <a:lnTo>
                    <a:pt x="10800" y="0"/>
                  </a:lnTo>
                  <a:close/>
                </a:path>
              </a:pathLst>
            </a:custGeom>
            <a:noFill/>
            <a:ln w="514350" cmpd="sng" cap="flat">
              <a:solidFill>
                <a:srgbClr val="FD6220"/>
              </a:solidFill>
              <a:prstDash val="solid"/>
              <a:miter/>
            </a:ln>
          </p:spPr>
        </p:sp>
        <p:sp>
          <p:nvSpPr>
            <p:cNvPr id="172" name="矩形"/>
            <p:cNvSpPr>
              <a:spLocks/>
            </p:cNvSpPr>
            <p:nvPr/>
          </p:nvSpPr>
          <p:spPr>
            <a:xfrm rot="0">
              <a:off x="12792075" y="-8988426"/>
              <a:ext cx="8934451" cy="9320213"/>
            </a:xfrm>
            <a:prstGeom prst="rect"/>
            <a:noFill/>
            <a:ln w="12700" cmpd="sng" cap="flat">
              <a:noFill/>
              <a:prstDash val="solid"/>
              <a:miter/>
            </a:ln>
          </p:spPr>
        </p:sp>
      </p:grpSp>
      <p:sp>
        <p:nvSpPr>
          <p:cNvPr id="174" name="曲线"/>
          <p:cNvSpPr>
            <a:spLocks/>
          </p:cNvSpPr>
          <p:nvPr/>
        </p:nvSpPr>
        <p:spPr>
          <a:xfrm rot="0">
            <a:off x="16313150" y="911225"/>
            <a:ext cx="946151" cy="23495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sp>
        <p:nvSpPr>
          <p:cNvPr id="175" name="矩形"/>
          <p:cNvSpPr>
            <a:spLocks/>
          </p:cNvSpPr>
          <p:nvPr/>
        </p:nvSpPr>
        <p:spPr>
          <a:xfrm rot="0">
            <a:off x="152400" y="342900"/>
            <a:ext cx="179070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PROPOSED SYSTEM ARCHITECTURE</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176" name="矩形"/>
          <p:cNvSpPr>
            <a:spLocks/>
          </p:cNvSpPr>
          <p:nvPr/>
        </p:nvSpPr>
        <p:spPr>
          <a:xfrm rot="0">
            <a:off x="2374900" y="2117725"/>
            <a:ext cx="15082837" cy="5235575"/>
          </a:xfrm>
          <a:prstGeom prst="rect"/>
          <a:noFill/>
          <a:ln w="12700" cmpd="sng" cap="flat">
            <a:noFill/>
            <a:prstDash val="solid"/>
            <a:miter/>
          </a:ln>
        </p:spPr>
        <p:txBody>
          <a:bodyPr vert="horz" wrap="square" lIns="91440" tIns="45720" rIns="91440" bIns="45720" anchor="t" anchorCtr="0">
            <a:prstTxWarp prst="textNoShape"/>
            <a:spAutoFit/>
          </a:bodyPr>
          <a:lstStyle/>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pic>
        <p:nvPicPr>
          <p:cNvPr id="177" name="图片"/>
          <p:cNvPicPr>
            <a:picLocks noChangeAspect="1"/>
          </p:cNvPicPr>
          <p:nvPr/>
        </p:nvPicPr>
        <p:blipFill>
          <a:blip r:embed="rId2" cstate="print"/>
          <a:stretch>
            <a:fillRect/>
          </a:stretch>
        </p:blipFill>
        <p:spPr>
          <a:xfrm rot="0">
            <a:off x="1828800" y="266700"/>
            <a:ext cx="14630401" cy="9753600"/>
          </a:xfrm>
          <a:prstGeom prst="rect"/>
          <a:noFill/>
          <a:ln w="12700" cmpd="sng" cap="flat">
            <a:noFill/>
            <a:prstDash val="solid"/>
            <a:miter/>
          </a:ln>
        </p:spPr>
      </p:pic>
    </p:spTree>
    <p:extLst>
      <p:ext uri="{BB962C8B-B14F-4D97-AF65-F5344CB8AC3E}">
        <p14:creationId xmlns:p14="http://schemas.microsoft.com/office/powerpoint/2010/main" val="1733983459"/>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180" name="组合"/>
          <p:cNvGrpSpPr>
            <a:grpSpLocks/>
          </p:cNvGrpSpPr>
          <p:nvPr/>
        </p:nvGrpSpPr>
        <p:grpSpPr>
          <a:xfrm>
            <a:off x="735012" y="5318125"/>
            <a:ext cx="993775" cy="992187"/>
            <a:chOff x="735012" y="5318125"/>
            <a:chExt cx="993775" cy="992187"/>
          </a:xfrm>
        </p:grpSpPr>
        <p:sp>
          <p:nvSpPr>
            <p:cNvPr id="178" name="曲线"/>
            <p:cNvSpPr>
              <a:spLocks/>
            </p:cNvSpPr>
            <p:nvPr/>
          </p:nvSpPr>
          <p:spPr>
            <a:xfrm rot="0">
              <a:off x="735012" y="5318125"/>
              <a:ext cx="993775" cy="992187"/>
            </a:xfrm>
            <a:custGeom>
              <a:gdLst>
                <a:gd name="T1" fmla="*/ 0 w 21600"/>
                <a:gd name="T2" fmla="*/ 0 h 21600"/>
                <a:gd name="T3" fmla="*/ 21600 w 21600"/>
                <a:gd name="T4" fmla="*/ 21600 h 21600"/>
              </a:gdLst>
              <a:rect l="T1" t="T2" r="T3" b="T4"/>
              <a:pathLst>
                <a:path w="21600" h="21600">
                  <a:moveTo>
                    <a:pt x="10800" y="0"/>
                  </a:moveTo>
                  <a:cubicBezTo>
                    <a:pt x="4826" y="0"/>
                    <a:pt x="0" y="4826"/>
                    <a:pt x="0" y="10800"/>
                  </a:cubicBezTo>
                  <a:cubicBezTo>
                    <a:pt x="0" y="16773"/>
                    <a:pt x="4826" y="21600"/>
                    <a:pt x="10800" y="21600"/>
                  </a:cubicBezTo>
                  <a:cubicBezTo>
                    <a:pt x="16773" y="21600"/>
                    <a:pt x="21600" y="16773"/>
                    <a:pt x="21600" y="10800"/>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179" name="矩形"/>
            <p:cNvSpPr>
              <a:spLocks/>
            </p:cNvSpPr>
            <p:nvPr/>
          </p:nvSpPr>
          <p:spPr>
            <a:xfrm rot="0">
              <a:off x="828675" y="5341938"/>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600" b="0" i="0" u="none" strike="noStrike" kern="0" cap="none" spc="0" baseline="0">
                  <a:solidFill>
                    <a:srgbClr val="FFFEFE"/>
                  </a:solidFill>
                  <a:latin typeface="Gotham"/>
                  <a:ea typeface="Gotham"/>
                  <a:cs typeface="Gotham"/>
                  <a:sym typeface="Gotham"/>
                </a:rPr>
                <a:t>6</a:t>
              </a:r>
              <a:endParaRPr lang="zh-CN" altLang="en-US" sz="2600" b="0" i="0" u="none" strike="noStrike" kern="0" cap="none" spc="0" baseline="0">
                <a:solidFill>
                  <a:srgbClr val="FFFEFE"/>
                </a:solidFill>
                <a:latin typeface="Gotham"/>
                <a:ea typeface="Gotham"/>
                <a:cs typeface="Gotham"/>
                <a:sym typeface="Gotham"/>
              </a:endParaRPr>
            </a:p>
          </p:txBody>
        </p:sp>
      </p:grpSp>
      <p:grpSp>
        <p:nvGrpSpPr>
          <p:cNvPr id="183" name="组合"/>
          <p:cNvGrpSpPr>
            <a:grpSpLocks/>
          </p:cNvGrpSpPr>
          <p:nvPr/>
        </p:nvGrpSpPr>
        <p:grpSpPr>
          <a:xfrm>
            <a:off x="977900" y="3316287"/>
            <a:ext cx="507999" cy="542925"/>
            <a:chOff x="977900" y="3316287"/>
            <a:chExt cx="507999" cy="542925"/>
          </a:xfrm>
        </p:grpSpPr>
        <p:sp>
          <p:nvSpPr>
            <p:cNvPr id="181" name="曲线"/>
            <p:cNvSpPr>
              <a:spLocks/>
            </p:cNvSpPr>
            <p:nvPr/>
          </p:nvSpPr>
          <p:spPr>
            <a:xfrm rot="0">
              <a:off x="977900" y="33162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82" name="矩形"/>
            <p:cNvSpPr>
              <a:spLocks/>
            </p:cNvSpPr>
            <p:nvPr/>
          </p:nvSpPr>
          <p:spPr>
            <a:xfrm rot="0">
              <a:off x="1025525" y="3349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86" name="组合"/>
          <p:cNvGrpSpPr>
            <a:grpSpLocks/>
          </p:cNvGrpSpPr>
          <p:nvPr/>
        </p:nvGrpSpPr>
        <p:grpSpPr>
          <a:xfrm>
            <a:off x="977900" y="1982787"/>
            <a:ext cx="507999" cy="542925"/>
            <a:chOff x="977900" y="1982787"/>
            <a:chExt cx="507999" cy="542925"/>
          </a:xfrm>
        </p:grpSpPr>
        <p:sp>
          <p:nvSpPr>
            <p:cNvPr id="184" name="曲线"/>
            <p:cNvSpPr>
              <a:spLocks/>
            </p:cNvSpPr>
            <p:nvPr/>
          </p:nvSpPr>
          <p:spPr>
            <a:xfrm rot="0">
              <a:off x="977900" y="19827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85" name="矩形"/>
            <p:cNvSpPr>
              <a:spLocks/>
            </p:cNvSpPr>
            <p:nvPr/>
          </p:nvSpPr>
          <p:spPr>
            <a:xfrm rot="0">
              <a:off x="1025525" y="2016124"/>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89" name="组合"/>
          <p:cNvGrpSpPr>
            <a:grpSpLocks/>
          </p:cNvGrpSpPr>
          <p:nvPr/>
        </p:nvGrpSpPr>
        <p:grpSpPr>
          <a:xfrm>
            <a:off x="977900" y="3983037"/>
            <a:ext cx="507999" cy="544512"/>
            <a:chOff x="977900" y="3983037"/>
            <a:chExt cx="507999" cy="544512"/>
          </a:xfrm>
        </p:grpSpPr>
        <p:sp>
          <p:nvSpPr>
            <p:cNvPr id="187" name="曲线"/>
            <p:cNvSpPr>
              <a:spLocks/>
            </p:cNvSpPr>
            <p:nvPr/>
          </p:nvSpPr>
          <p:spPr>
            <a:xfrm rot="0">
              <a:off x="977900" y="3983037"/>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88" name="矩形"/>
            <p:cNvSpPr>
              <a:spLocks/>
            </p:cNvSpPr>
            <p:nvPr/>
          </p:nvSpPr>
          <p:spPr>
            <a:xfrm rot="0">
              <a:off x="1025525" y="4016375"/>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92" name="组合"/>
          <p:cNvGrpSpPr>
            <a:grpSpLocks/>
          </p:cNvGrpSpPr>
          <p:nvPr/>
        </p:nvGrpSpPr>
        <p:grpSpPr>
          <a:xfrm>
            <a:off x="977900" y="2647950"/>
            <a:ext cx="507999" cy="544512"/>
            <a:chOff x="977900" y="2647950"/>
            <a:chExt cx="507999" cy="544512"/>
          </a:xfrm>
        </p:grpSpPr>
        <p:sp>
          <p:nvSpPr>
            <p:cNvPr id="190" name="曲线"/>
            <p:cNvSpPr>
              <a:spLocks/>
            </p:cNvSpPr>
            <p:nvPr/>
          </p:nvSpPr>
          <p:spPr>
            <a:xfrm rot="0">
              <a:off x="977900" y="2647950"/>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91" name="矩形"/>
            <p:cNvSpPr>
              <a:spLocks/>
            </p:cNvSpPr>
            <p:nvPr/>
          </p:nvSpPr>
          <p:spPr>
            <a:xfrm rot="0">
              <a:off x="1025525" y="2681287"/>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95" name="组合"/>
          <p:cNvGrpSpPr>
            <a:grpSpLocks/>
          </p:cNvGrpSpPr>
          <p:nvPr/>
        </p:nvGrpSpPr>
        <p:grpSpPr>
          <a:xfrm>
            <a:off x="977900" y="6426200"/>
            <a:ext cx="507999" cy="542925"/>
            <a:chOff x="977900" y="6426200"/>
            <a:chExt cx="507999" cy="542925"/>
          </a:xfrm>
        </p:grpSpPr>
        <p:sp>
          <p:nvSpPr>
            <p:cNvPr id="193" name="曲线"/>
            <p:cNvSpPr>
              <a:spLocks/>
            </p:cNvSpPr>
            <p:nvPr/>
          </p:nvSpPr>
          <p:spPr>
            <a:xfrm rot="0">
              <a:off x="977900" y="6426200"/>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94" name="矩形"/>
            <p:cNvSpPr>
              <a:spLocks/>
            </p:cNvSpPr>
            <p:nvPr/>
          </p:nvSpPr>
          <p:spPr>
            <a:xfrm rot="0">
              <a:off x="1025525" y="6457950"/>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198" name="组合"/>
          <p:cNvGrpSpPr>
            <a:grpSpLocks/>
          </p:cNvGrpSpPr>
          <p:nvPr/>
        </p:nvGrpSpPr>
        <p:grpSpPr>
          <a:xfrm>
            <a:off x="977900" y="4651375"/>
            <a:ext cx="507999" cy="542925"/>
            <a:chOff x="977900" y="4651375"/>
            <a:chExt cx="507999" cy="542925"/>
          </a:xfrm>
        </p:grpSpPr>
        <p:sp>
          <p:nvSpPr>
            <p:cNvPr id="196" name="曲线"/>
            <p:cNvSpPr>
              <a:spLocks/>
            </p:cNvSpPr>
            <p:nvPr/>
          </p:nvSpPr>
          <p:spPr>
            <a:xfrm rot="0">
              <a:off x="977900" y="4651375"/>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197" name="矩形"/>
            <p:cNvSpPr>
              <a:spLocks/>
            </p:cNvSpPr>
            <p:nvPr/>
          </p:nvSpPr>
          <p:spPr>
            <a:xfrm rot="0">
              <a:off x="1025525" y="4684713"/>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01" name="组合"/>
          <p:cNvGrpSpPr>
            <a:grpSpLocks/>
          </p:cNvGrpSpPr>
          <p:nvPr/>
        </p:nvGrpSpPr>
        <p:grpSpPr>
          <a:xfrm>
            <a:off x="977900" y="7092950"/>
            <a:ext cx="507999" cy="544512"/>
            <a:chOff x="977900" y="7092950"/>
            <a:chExt cx="507999" cy="544512"/>
          </a:xfrm>
        </p:grpSpPr>
        <p:sp>
          <p:nvSpPr>
            <p:cNvPr id="199" name="曲线"/>
            <p:cNvSpPr>
              <a:spLocks/>
            </p:cNvSpPr>
            <p:nvPr/>
          </p:nvSpPr>
          <p:spPr>
            <a:xfrm rot="0">
              <a:off x="977900" y="7092950"/>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00" name="矩形"/>
            <p:cNvSpPr>
              <a:spLocks/>
            </p:cNvSpPr>
            <p:nvPr/>
          </p:nvSpPr>
          <p:spPr>
            <a:xfrm rot="0">
              <a:off x="1025525" y="7126288"/>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8</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04" name="组合"/>
          <p:cNvGrpSpPr>
            <a:grpSpLocks/>
          </p:cNvGrpSpPr>
          <p:nvPr/>
        </p:nvGrpSpPr>
        <p:grpSpPr>
          <a:xfrm>
            <a:off x="977900" y="7761287"/>
            <a:ext cx="507999" cy="542924"/>
            <a:chOff x="977900" y="7761287"/>
            <a:chExt cx="507999" cy="542924"/>
          </a:xfrm>
        </p:grpSpPr>
        <p:sp>
          <p:nvSpPr>
            <p:cNvPr id="202" name="曲线"/>
            <p:cNvSpPr>
              <a:spLocks/>
            </p:cNvSpPr>
            <p:nvPr/>
          </p:nvSpPr>
          <p:spPr>
            <a:xfrm rot="0">
              <a:off x="977900" y="7761287"/>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03" name="矩形"/>
            <p:cNvSpPr>
              <a:spLocks/>
            </p:cNvSpPr>
            <p:nvPr/>
          </p:nvSpPr>
          <p:spPr>
            <a:xfrm rot="0">
              <a:off x="1025525" y="7794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205" name="曲线"/>
          <p:cNvSpPr>
            <a:spLocks/>
          </p:cNvSpPr>
          <p:nvPr/>
        </p:nvSpPr>
        <p:spPr>
          <a:xfrm rot="0">
            <a:off x="16313150" y="911225"/>
            <a:ext cx="946151" cy="23495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sp>
        <p:nvSpPr>
          <p:cNvPr id="206" name="矩形"/>
          <p:cNvSpPr>
            <a:spLocks/>
          </p:cNvSpPr>
          <p:nvPr/>
        </p:nvSpPr>
        <p:spPr>
          <a:xfrm rot="0">
            <a:off x="190500" y="315912"/>
            <a:ext cx="17907002"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WORKFLOW</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207" name="矩形"/>
          <p:cNvSpPr>
            <a:spLocks/>
          </p:cNvSpPr>
          <p:nvPr/>
        </p:nvSpPr>
        <p:spPr>
          <a:xfrm rot="0">
            <a:off x="2209800" y="1638300"/>
            <a:ext cx="15082837" cy="480695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(Add dataflow diagram)</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pic>
        <p:nvPicPr>
          <p:cNvPr id="208" name="图片"/>
          <p:cNvPicPr>
            <a:picLocks noChangeAspect="1"/>
          </p:cNvPicPr>
          <p:nvPr/>
        </p:nvPicPr>
        <p:blipFill>
          <a:blip r:embed="rId2" cstate="print"/>
          <a:stretch>
            <a:fillRect/>
          </a:stretch>
        </p:blipFill>
        <p:spPr>
          <a:xfrm rot="0">
            <a:off x="1828800" y="266700"/>
            <a:ext cx="14630401" cy="9753600"/>
          </a:xfrm>
          <a:prstGeom prst="rect"/>
          <a:noFill/>
          <a:ln w="12700" cmpd="sng" cap="flat">
            <a:noFill/>
            <a:prstDash val="solid"/>
            <a:miter/>
          </a:ln>
        </p:spPr>
      </p:pic>
    </p:spTree>
    <p:extLst>
      <p:ext uri="{BB962C8B-B14F-4D97-AF65-F5344CB8AC3E}">
        <p14:creationId xmlns:p14="http://schemas.microsoft.com/office/powerpoint/2010/main" val="1753472578"/>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211" name="组合"/>
          <p:cNvGrpSpPr>
            <a:grpSpLocks/>
          </p:cNvGrpSpPr>
          <p:nvPr/>
        </p:nvGrpSpPr>
        <p:grpSpPr>
          <a:xfrm>
            <a:off x="735012" y="5976937"/>
            <a:ext cx="993775" cy="992187"/>
            <a:chOff x="735012" y="5976937"/>
            <a:chExt cx="993775" cy="992187"/>
          </a:xfrm>
        </p:grpSpPr>
        <p:sp>
          <p:nvSpPr>
            <p:cNvPr id="209" name="曲线"/>
            <p:cNvSpPr>
              <a:spLocks/>
            </p:cNvSpPr>
            <p:nvPr/>
          </p:nvSpPr>
          <p:spPr>
            <a:xfrm rot="0">
              <a:off x="735012" y="5976937"/>
              <a:ext cx="993775" cy="992187"/>
            </a:xfrm>
            <a:custGeom>
              <a:gdLst>
                <a:gd name="T1" fmla="*/ 0 w 21600"/>
                <a:gd name="T2" fmla="*/ 0 h 21600"/>
                <a:gd name="T3" fmla="*/ 21600 w 21600"/>
                <a:gd name="T4" fmla="*/ 21600 h 21600"/>
              </a:gdLst>
              <a:rect l="T1" t="T2" r="T3" b="T4"/>
              <a:pathLst>
                <a:path w="21600" h="21600">
                  <a:moveTo>
                    <a:pt x="10800" y="0"/>
                  </a:moveTo>
                  <a:cubicBezTo>
                    <a:pt x="4826" y="0"/>
                    <a:pt x="0" y="4826"/>
                    <a:pt x="0" y="10800"/>
                  </a:cubicBezTo>
                  <a:cubicBezTo>
                    <a:pt x="0" y="16773"/>
                    <a:pt x="4826" y="21600"/>
                    <a:pt x="10800" y="21600"/>
                  </a:cubicBezTo>
                  <a:cubicBezTo>
                    <a:pt x="16773" y="21600"/>
                    <a:pt x="21600" y="16773"/>
                    <a:pt x="21600" y="10800"/>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210" name="矩形"/>
            <p:cNvSpPr>
              <a:spLocks/>
            </p:cNvSpPr>
            <p:nvPr/>
          </p:nvSpPr>
          <p:spPr>
            <a:xfrm rot="0">
              <a:off x="828675" y="6000750"/>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600" b="0" i="0" u="none" strike="noStrike" kern="0" cap="none" spc="0" baseline="0">
                  <a:solidFill>
                    <a:srgbClr val="FFFEFE"/>
                  </a:solidFill>
                  <a:latin typeface="Gotham"/>
                  <a:ea typeface="Gotham"/>
                  <a:cs typeface="Gotham"/>
                  <a:sym typeface="Gotham"/>
                </a:rPr>
                <a:t>7</a:t>
              </a:r>
              <a:endParaRPr lang="zh-CN" altLang="en-US" sz="2600" b="0" i="0" u="none" strike="noStrike" kern="0" cap="none" spc="0" baseline="0">
                <a:solidFill>
                  <a:srgbClr val="FFFEFE"/>
                </a:solidFill>
                <a:latin typeface="Gotham"/>
                <a:ea typeface="Gotham"/>
                <a:cs typeface="Gotham"/>
                <a:sym typeface="Gotham"/>
              </a:endParaRPr>
            </a:p>
          </p:txBody>
        </p:sp>
      </p:grpSp>
      <p:grpSp>
        <p:nvGrpSpPr>
          <p:cNvPr id="214" name="组合"/>
          <p:cNvGrpSpPr>
            <a:grpSpLocks/>
          </p:cNvGrpSpPr>
          <p:nvPr/>
        </p:nvGrpSpPr>
        <p:grpSpPr>
          <a:xfrm>
            <a:off x="977900" y="3316287"/>
            <a:ext cx="507999" cy="542925"/>
            <a:chOff x="977900" y="3316287"/>
            <a:chExt cx="507999" cy="542925"/>
          </a:xfrm>
        </p:grpSpPr>
        <p:sp>
          <p:nvSpPr>
            <p:cNvPr id="212" name="曲线"/>
            <p:cNvSpPr>
              <a:spLocks/>
            </p:cNvSpPr>
            <p:nvPr/>
          </p:nvSpPr>
          <p:spPr>
            <a:xfrm rot="0">
              <a:off x="977900" y="33162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13" name="矩形"/>
            <p:cNvSpPr>
              <a:spLocks/>
            </p:cNvSpPr>
            <p:nvPr/>
          </p:nvSpPr>
          <p:spPr>
            <a:xfrm rot="0">
              <a:off x="1025525" y="3349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17" name="组合"/>
          <p:cNvGrpSpPr>
            <a:grpSpLocks/>
          </p:cNvGrpSpPr>
          <p:nvPr/>
        </p:nvGrpSpPr>
        <p:grpSpPr>
          <a:xfrm>
            <a:off x="977900" y="1982787"/>
            <a:ext cx="507999" cy="542925"/>
            <a:chOff x="977900" y="1982787"/>
            <a:chExt cx="507999" cy="542925"/>
          </a:xfrm>
        </p:grpSpPr>
        <p:sp>
          <p:nvSpPr>
            <p:cNvPr id="215" name="曲线"/>
            <p:cNvSpPr>
              <a:spLocks/>
            </p:cNvSpPr>
            <p:nvPr/>
          </p:nvSpPr>
          <p:spPr>
            <a:xfrm rot="0">
              <a:off x="977900" y="19827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16" name="矩形"/>
            <p:cNvSpPr>
              <a:spLocks/>
            </p:cNvSpPr>
            <p:nvPr/>
          </p:nvSpPr>
          <p:spPr>
            <a:xfrm rot="0">
              <a:off x="1025525" y="2016124"/>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20" name="组合"/>
          <p:cNvGrpSpPr>
            <a:grpSpLocks/>
          </p:cNvGrpSpPr>
          <p:nvPr/>
        </p:nvGrpSpPr>
        <p:grpSpPr>
          <a:xfrm>
            <a:off x="977900" y="3983037"/>
            <a:ext cx="507999" cy="544512"/>
            <a:chOff x="977900" y="3983037"/>
            <a:chExt cx="507999" cy="544512"/>
          </a:xfrm>
        </p:grpSpPr>
        <p:sp>
          <p:nvSpPr>
            <p:cNvPr id="218" name="曲线"/>
            <p:cNvSpPr>
              <a:spLocks/>
            </p:cNvSpPr>
            <p:nvPr/>
          </p:nvSpPr>
          <p:spPr>
            <a:xfrm rot="0">
              <a:off x="977900" y="3983037"/>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19" name="矩形"/>
            <p:cNvSpPr>
              <a:spLocks/>
            </p:cNvSpPr>
            <p:nvPr/>
          </p:nvSpPr>
          <p:spPr>
            <a:xfrm rot="0">
              <a:off x="1025525" y="4016375"/>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23" name="组合"/>
          <p:cNvGrpSpPr>
            <a:grpSpLocks/>
          </p:cNvGrpSpPr>
          <p:nvPr/>
        </p:nvGrpSpPr>
        <p:grpSpPr>
          <a:xfrm>
            <a:off x="977900" y="2647950"/>
            <a:ext cx="507999" cy="544512"/>
            <a:chOff x="977900" y="2647950"/>
            <a:chExt cx="507999" cy="544512"/>
          </a:xfrm>
        </p:grpSpPr>
        <p:sp>
          <p:nvSpPr>
            <p:cNvPr id="221" name="曲线"/>
            <p:cNvSpPr>
              <a:spLocks/>
            </p:cNvSpPr>
            <p:nvPr/>
          </p:nvSpPr>
          <p:spPr>
            <a:xfrm rot="0">
              <a:off x="977900" y="2647950"/>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22" name="矩形"/>
            <p:cNvSpPr>
              <a:spLocks/>
            </p:cNvSpPr>
            <p:nvPr/>
          </p:nvSpPr>
          <p:spPr>
            <a:xfrm rot="0">
              <a:off x="1025525" y="2681287"/>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26" name="组合"/>
          <p:cNvGrpSpPr>
            <a:grpSpLocks/>
          </p:cNvGrpSpPr>
          <p:nvPr/>
        </p:nvGrpSpPr>
        <p:grpSpPr>
          <a:xfrm>
            <a:off x="977900" y="5318125"/>
            <a:ext cx="507999" cy="544512"/>
            <a:chOff x="977900" y="5318125"/>
            <a:chExt cx="507999" cy="544512"/>
          </a:xfrm>
        </p:grpSpPr>
        <p:sp>
          <p:nvSpPr>
            <p:cNvPr id="224" name="曲线"/>
            <p:cNvSpPr>
              <a:spLocks/>
            </p:cNvSpPr>
            <p:nvPr/>
          </p:nvSpPr>
          <p:spPr>
            <a:xfrm rot="0">
              <a:off x="977900" y="5318125"/>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25" name="矩形"/>
            <p:cNvSpPr>
              <a:spLocks/>
            </p:cNvSpPr>
            <p:nvPr/>
          </p:nvSpPr>
          <p:spPr>
            <a:xfrm rot="0">
              <a:off x="1025525" y="5351463"/>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29" name="组合"/>
          <p:cNvGrpSpPr>
            <a:grpSpLocks/>
          </p:cNvGrpSpPr>
          <p:nvPr/>
        </p:nvGrpSpPr>
        <p:grpSpPr>
          <a:xfrm>
            <a:off x="977900" y="4651375"/>
            <a:ext cx="507999" cy="542925"/>
            <a:chOff x="977900" y="4651375"/>
            <a:chExt cx="507999" cy="542925"/>
          </a:xfrm>
        </p:grpSpPr>
        <p:sp>
          <p:nvSpPr>
            <p:cNvPr id="227" name="曲线"/>
            <p:cNvSpPr>
              <a:spLocks/>
            </p:cNvSpPr>
            <p:nvPr/>
          </p:nvSpPr>
          <p:spPr>
            <a:xfrm rot="0">
              <a:off x="977900" y="4651375"/>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28" name="矩形"/>
            <p:cNvSpPr>
              <a:spLocks/>
            </p:cNvSpPr>
            <p:nvPr/>
          </p:nvSpPr>
          <p:spPr>
            <a:xfrm rot="0">
              <a:off x="1025525" y="4684713"/>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32" name="组合"/>
          <p:cNvGrpSpPr>
            <a:grpSpLocks/>
          </p:cNvGrpSpPr>
          <p:nvPr/>
        </p:nvGrpSpPr>
        <p:grpSpPr>
          <a:xfrm>
            <a:off x="977900" y="7092950"/>
            <a:ext cx="507999" cy="544512"/>
            <a:chOff x="977900" y="7092950"/>
            <a:chExt cx="507999" cy="544512"/>
          </a:xfrm>
        </p:grpSpPr>
        <p:sp>
          <p:nvSpPr>
            <p:cNvPr id="230" name="曲线"/>
            <p:cNvSpPr>
              <a:spLocks/>
            </p:cNvSpPr>
            <p:nvPr/>
          </p:nvSpPr>
          <p:spPr>
            <a:xfrm rot="0">
              <a:off x="977900" y="7092950"/>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31" name="矩形"/>
            <p:cNvSpPr>
              <a:spLocks/>
            </p:cNvSpPr>
            <p:nvPr/>
          </p:nvSpPr>
          <p:spPr>
            <a:xfrm rot="0">
              <a:off x="1025525" y="7126288"/>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8</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35" name="组合"/>
          <p:cNvGrpSpPr>
            <a:grpSpLocks/>
          </p:cNvGrpSpPr>
          <p:nvPr/>
        </p:nvGrpSpPr>
        <p:grpSpPr>
          <a:xfrm>
            <a:off x="977900" y="7761287"/>
            <a:ext cx="507999" cy="542924"/>
            <a:chOff x="977900" y="7761287"/>
            <a:chExt cx="507999" cy="542924"/>
          </a:xfrm>
        </p:grpSpPr>
        <p:sp>
          <p:nvSpPr>
            <p:cNvPr id="233" name="曲线"/>
            <p:cNvSpPr>
              <a:spLocks/>
            </p:cNvSpPr>
            <p:nvPr/>
          </p:nvSpPr>
          <p:spPr>
            <a:xfrm rot="0">
              <a:off x="977900" y="7761287"/>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34" name="矩形"/>
            <p:cNvSpPr>
              <a:spLocks/>
            </p:cNvSpPr>
            <p:nvPr/>
          </p:nvSpPr>
          <p:spPr>
            <a:xfrm rot="0">
              <a:off x="1025525" y="7794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236" name="曲线"/>
          <p:cNvSpPr>
            <a:spLocks/>
          </p:cNvSpPr>
          <p:nvPr/>
        </p:nvSpPr>
        <p:spPr>
          <a:xfrm rot="0">
            <a:off x="16313150" y="911225"/>
            <a:ext cx="946151" cy="23495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sp>
        <p:nvSpPr>
          <p:cNvPr id="237" name="矩形"/>
          <p:cNvSpPr>
            <a:spLocks/>
          </p:cNvSpPr>
          <p:nvPr/>
        </p:nvSpPr>
        <p:spPr>
          <a:xfrm rot="0">
            <a:off x="152400" y="342900"/>
            <a:ext cx="179070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TECHNOLOGIES USED</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238" name="矩形"/>
          <p:cNvSpPr>
            <a:spLocks/>
          </p:cNvSpPr>
          <p:nvPr/>
        </p:nvSpPr>
        <p:spPr>
          <a:xfrm rot="0">
            <a:off x="2057400" y="1028700"/>
            <a:ext cx="15082837" cy="1595120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0" cap="none" spc="0" baseline="0">
                <a:solidFill>
                  <a:srgbClr val="0033CC"/>
                </a:solidFill>
                <a:latin typeface="Calibri" pitchFamily="0" charset="0"/>
                <a:ea typeface="宋体" pitchFamily="0" charset="0"/>
                <a:cs typeface="Calibri" pitchFamily="0" charset="0"/>
              </a:rPr>
              <a:t>Frontend:</a:t>
            </a:r>
            <a:endParaRPr lang="en-US" altLang="zh-CN" sz="2800" b="0"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1.HTML5</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2.CSS3</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3.Javascript</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rgbClr val="0033CC"/>
                </a:solidFill>
                <a:latin typeface="Calibri" pitchFamily="0" charset="0"/>
                <a:ea typeface="宋体" pitchFamily="0" charset="0"/>
                <a:cs typeface="Calibri" pitchFamily="0" charset="0"/>
              </a:rPr>
              <a:t>Backend:</a:t>
            </a:r>
            <a:endParaRPr lang="en-US" altLang="zh-CN" sz="2800" b="0"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1.Browse Local Storage</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rgbClr val="0033CC"/>
                </a:solidFill>
                <a:latin typeface="Calibri" pitchFamily="0" charset="0"/>
                <a:ea typeface="宋体" pitchFamily="0" charset="0"/>
                <a:cs typeface="Calibri" pitchFamily="0" charset="0"/>
              </a:rPr>
              <a:t>Deployement</a:t>
            </a:r>
            <a:r>
              <a:rPr lang="en-US" altLang="zh-CN" sz="2800" b="0" i="0" u="none" strike="noStrike" kern="0" cap="none" spc="0" baseline="0">
                <a:solidFill>
                  <a:srgbClr val="0033CC"/>
                </a:solidFill>
                <a:latin typeface="Calibri" pitchFamily="0" charset="0"/>
                <a:ea typeface="宋体" pitchFamily="0" charset="0"/>
                <a:cs typeface="Calibri" pitchFamily="0" charset="0"/>
              </a:rPr>
              <a:t>/Hosting:</a:t>
            </a:r>
            <a:endParaRPr lang="en-US" altLang="zh-CN" sz="2800" b="0"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1.Netlify</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rgbClr val="0033CC"/>
                </a:solidFill>
                <a:latin typeface="Calibri" pitchFamily="0" charset="0"/>
                <a:ea typeface="宋体" pitchFamily="0" charset="0"/>
                <a:cs typeface="Calibri" pitchFamily="0" charset="0"/>
              </a:rPr>
              <a:t>Software Requirements</a:t>
            </a:r>
            <a:r>
              <a:rPr lang="en-US" altLang="zh-CN" sz="2800" b="0" i="0" u="none" strike="noStrike" kern="0" cap="none" spc="0" baseline="0">
                <a:solidFill>
                  <a:schemeClr val="tx1"/>
                </a:solidFill>
                <a:latin typeface="Calibri" pitchFamily="0" charset="0"/>
                <a:ea typeface="宋体" pitchFamily="0" charset="0"/>
                <a:cs typeface="Calibri" pitchFamily="0" charset="0"/>
              </a:rPr>
              <a:t>:</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1.Operating System </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2. Web Browser</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3.Intrenet Connection</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rgbClr val="0033CC"/>
                </a:solidFill>
                <a:latin typeface="Calibri" pitchFamily="0" charset="0"/>
                <a:ea typeface="宋体" pitchFamily="0" charset="0"/>
                <a:cs typeface="Calibri" pitchFamily="0" charset="0"/>
              </a:rPr>
              <a:t>Tools:</a:t>
            </a:r>
            <a:endParaRPr lang="en-US" altLang="zh-CN" sz="2800" b="0"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 1.visual Studio code</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 2.Web Browser</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1097694675"/>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241" name="组合"/>
          <p:cNvGrpSpPr>
            <a:grpSpLocks/>
          </p:cNvGrpSpPr>
          <p:nvPr/>
        </p:nvGrpSpPr>
        <p:grpSpPr>
          <a:xfrm>
            <a:off x="735012" y="6653213"/>
            <a:ext cx="993775" cy="993774"/>
            <a:chOff x="735012" y="6653213"/>
            <a:chExt cx="993775" cy="993774"/>
          </a:xfrm>
        </p:grpSpPr>
        <p:sp>
          <p:nvSpPr>
            <p:cNvPr id="239" name="曲线"/>
            <p:cNvSpPr>
              <a:spLocks/>
            </p:cNvSpPr>
            <p:nvPr/>
          </p:nvSpPr>
          <p:spPr>
            <a:xfrm rot="0">
              <a:off x="735012" y="6653213"/>
              <a:ext cx="993775" cy="993774"/>
            </a:xfrm>
            <a:custGeom>
              <a:gdLst>
                <a:gd name="T1" fmla="*/ 0 w 21600"/>
                <a:gd name="T2" fmla="*/ 0 h 21600"/>
                <a:gd name="T3" fmla="*/ 21600 w 21600"/>
                <a:gd name="T4" fmla="*/ 21600 h 21600"/>
              </a:gdLst>
              <a:rect l="T1" t="T2" r="T3" b="T4"/>
              <a:pathLst>
                <a:path w="21600" h="21600">
                  <a:moveTo>
                    <a:pt x="10800" y="0"/>
                  </a:moveTo>
                  <a:cubicBezTo>
                    <a:pt x="4826" y="0"/>
                    <a:pt x="0" y="4826"/>
                    <a:pt x="0" y="10800"/>
                  </a:cubicBezTo>
                  <a:cubicBezTo>
                    <a:pt x="0" y="16773"/>
                    <a:pt x="4826" y="21600"/>
                    <a:pt x="10800" y="21600"/>
                  </a:cubicBezTo>
                  <a:cubicBezTo>
                    <a:pt x="16773" y="21600"/>
                    <a:pt x="21600" y="16773"/>
                    <a:pt x="21600" y="10800"/>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240" name="矩形"/>
            <p:cNvSpPr>
              <a:spLocks/>
            </p:cNvSpPr>
            <p:nvPr/>
          </p:nvSpPr>
          <p:spPr>
            <a:xfrm rot="0">
              <a:off x="828675" y="6677025"/>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600" b="0" i="0" u="none" strike="noStrike" kern="0" cap="none" spc="0" baseline="0">
                  <a:solidFill>
                    <a:srgbClr val="FFFEFE"/>
                  </a:solidFill>
                  <a:latin typeface="Gotham"/>
                  <a:ea typeface="Gotham"/>
                  <a:cs typeface="Gotham"/>
                  <a:sym typeface="Gotham"/>
                </a:rPr>
                <a:t>8</a:t>
              </a:r>
              <a:endParaRPr lang="zh-CN" altLang="en-US" sz="2600" b="0" i="0" u="none" strike="noStrike" kern="0" cap="none" spc="0" baseline="0">
                <a:solidFill>
                  <a:srgbClr val="FFFEFE"/>
                </a:solidFill>
                <a:latin typeface="Gotham"/>
                <a:ea typeface="Gotham"/>
                <a:cs typeface="Gotham"/>
                <a:sym typeface="Gotham"/>
              </a:endParaRPr>
            </a:p>
          </p:txBody>
        </p:sp>
      </p:grpSp>
      <p:grpSp>
        <p:nvGrpSpPr>
          <p:cNvPr id="244" name="组合"/>
          <p:cNvGrpSpPr>
            <a:grpSpLocks/>
          </p:cNvGrpSpPr>
          <p:nvPr/>
        </p:nvGrpSpPr>
        <p:grpSpPr>
          <a:xfrm>
            <a:off x="977900" y="3316287"/>
            <a:ext cx="507999" cy="542925"/>
            <a:chOff x="977900" y="3316287"/>
            <a:chExt cx="507999" cy="542925"/>
          </a:xfrm>
        </p:grpSpPr>
        <p:sp>
          <p:nvSpPr>
            <p:cNvPr id="242" name="曲线"/>
            <p:cNvSpPr>
              <a:spLocks/>
            </p:cNvSpPr>
            <p:nvPr/>
          </p:nvSpPr>
          <p:spPr>
            <a:xfrm rot="0">
              <a:off x="977900" y="33162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43" name="矩形"/>
            <p:cNvSpPr>
              <a:spLocks/>
            </p:cNvSpPr>
            <p:nvPr/>
          </p:nvSpPr>
          <p:spPr>
            <a:xfrm rot="0">
              <a:off x="1025525" y="3349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47" name="组合"/>
          <p:cNvGrpSpPr>
            <a:grpSpLocks/>
          </p:cNvGrpSpPr>
          <p:nvPr/>
        </p:nvGrpSpPr>
        <p:grpSpPr>
          <a:xfrm>
            <a:off x="977900" y="1982787"/>
            <a:ext cx="507999" cy="542925"/>
            <a:chOff x="977900" y="1982787"/>
            <a:chExt cx="507999" cy="542925"/>
          </a:xfrm>
        </p:grpSpPr>
        <p:sp>
          <p:nvSpPr>
            <p:cNvPr id="245" name="曲线"/>
            <p:cNvSpPr>
              <a:spLocks/>
            </p:cNvSpPr>
            <p:nvPr/>
          </p:nvSpPr>
          <p:spPr>
            <a:xfrm rot="0">
              <a:off x="977900" y="19827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46" name="矩形"/>
            <p:cNvSpPr>
              <a:spLocks/>
            </p:cNvSpPr>
            <p:nvPr/>
          </p:nvSpPr>
          <p:spPr>
            <a:xfrm rot="0">
              <a:off x="1025525" y="2016124"/>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50" name="组合"/>
          <p:cNvGrpSpPr>
            <a:grpSpLocks/>
          </p:cNvGrpSpPr>
          <p:nvPr/>
        </p:nvGrpSpPr>
        <p:grpSpPr>
          <a:xfrm>
            <a:off x="977900" y="3983037"/>
            <a:ext cx="507999" cy="544512"/>
            <a:chOff x="977900" y="3983037"/>
            <a:chExt cx="507999" cy="544512"/>
          </a:xfrm>
        </p:grpSpPr>
        <p:sp>
          <p:nvSpPr>
            <p:cNvPr id="248" name="曲线"/>
            <p:cNvSpPr>
              <a:spLocks/>
            </p:cNvSpPr>
            <p:nvPr/>
          </p:nvSpPr>
          <p:spPr>
            <a:xfrm rot="0">
              <a:off x="977900" y="3983037"/>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49" name="矩形"/>
            <p:cNvSpPr>
              <a:spLocks/>
            </p:cNvSpPr>
            <p:nvPr/>
          </p:nvSpPr>
          <p:spPr>
            <a:xfrm rot="0">
              <a:off x="1025525" y="4016375"/>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53" name="组合"/>
          <p:cNvGrpSpPr>
            <a:grpSpLocks/>
          </p:cNvGrpSpPr>
          <p:nvPr/>
        </p:nvGrpSpPr>
        <p:grpSpPr>
          <a:xfrm>
            <a:off x="977900" y="2647950"/>
            <a:ext cx="507999" cy="544512"/>
            <a:chOff x="977900" y="2647950"/>
            <a:chExt cx="507999" cy="544512"/>
          </a:xfrm>
        </p:grpSpPr>
        <p:sp>
          <p:nvSpPr>
            <p:cNvPr id="251" name="曲线"/>
            <p:cNvSpPr>
              <a:spLocks/>
            </p:cNvSpPr>
            <p:nvPr/>
          </p:nvSpPr>
          <p:spPr>
            <a:xfrm rot="0">
              <a:off x="977900" y="2647950"/>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52" name="矩形"/>
            <p:cNvSpPr>
              <a:spLocks/>
            </p:cNvSpPr>
            <p:nvPr/>
          </p:nvSpPr>
          <p:spPr>
            <a:xfrm rot="0">
              <a:off x="1025525" y="2681287"/>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56" name="组合"/>
          <p:cNvGrpSpPr>
            <a:grpSpLocks/>
          </p:cNvGrpSpPr>
          <p:nvPr/>
        </p:nvGrpSpPr>
        <p:grpSpPr>
          <a:xfrm>
            <a:off x="977900" y="5318125"/>
            <a:ext cx="507999" cy="544512"/>
            <a:chOff x="977900" y="5318125"/>
            <a:chExt cx="507999" cy="544512"/>
          </a:xfrm>
        </p:grpSpPr>
        <p:sp>
          <p:nvSpPr>
            <p:cNvPr id="254" name="曲线"/>
            <p:cNvSpPr>
              <a:spLocks/>
            </p:cNvSpPr>
            <p:nvPr/>
          </p:nvSpPr>
          <p:spPr>
            <a:xfrm rot="0">
              <a:off x="977900" y="5318125"/>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55" name="矩形"/>
            <p:cNvSpPr>
              <a:spLocks/>
            </p:cNvSpPr>
            <p:nvPr/>
          </p:nvSpPr>
          <p:spPr>
            <a:xfrm rot="0">
              <a:off x="1025525" y="5351463"/>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59" name="组合"/>
          <p:cNvGrpSpPr>
            <a:grpSpLocks/>
          </p:cNvGrpSpPr>
          <p:nvPr/>
        </p:nvGrpSpPr>
        <p:grpSpPr>
          <a:xfrm>
            <a:off x="977900" y="4651375"/>
            <a:ext cx="507999" cy="542925"/>
            <a:chOff x="977900" y="4651375"/>
            <a:chExt cx="507999" cy="542925"/>
          </a:xfrm>
        </p:grpSpPr>
        <p:sp>
          <p:nvSpPr>
            <p:cNvPr id="257" name="曲线"/>
            <p:cNvSpPr>
              <a:spLocks/>
            </p:cNvSpPr>
            <p:nvPr/>
          </p:nvSpPr>
          <p:spPr>
            <a:xfrm rot="0">
              <a:off x="977900" y="4651375"/>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58" name="矩形"/>
            <p:cNvSpPr>
              <a:spLocks/>
            </p:cNvSpPr>
            <p:nvPr/>
          </p:nvSpPr>
          <p:spPr>
            <a:xfrm rot="0">
              <a:off x="1025525" y="4684713"/>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62" name="组合"/>
          <p:cNvGrpSpPr>
            <a:grpSpLocks/>
          </p:cNvGrpSpPr>
          <p:nvPr/>
        </p:nvGrpSpPr>
        <p:grpSpPr>
          <a:xfrm>
            <a:off x="977900" y="5986462"/>
            <a:ext cx="507999" cy="542924"/>
            <a:chOff x="977900" y="5986462"/>
            <a:chExt cx="507999" cy="542924"/>
          </a:xfrm>
        </p:grpSpPr>
        <p:sp>
          <p:nvSpPr>
            <p:cNvPr id="260" name="曲线"/>
            <p:cNvSpPr>
              <a:spLocks/>
            </p:cNvSpPr>
            <p:nvPr/>
          </p:nvSpPr>
          <p:spPr>
            <a:xfrm rot="0">
              <a:off x="977900" y="5986462"/>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61" name="矩形"/>
            <p:cNvSpPr>
              <a:spLocks/>
            </p:cNvSpPr>
            <p:nvPr/>
          </p:nvSpPr>
          <p:spPr>
            <a:xfrm rot="0">
              <a:off x="1025525" y="6019800"/>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65" name="组合"/>
          <p:cNvGrpSpPr>
            <a:grpSpLocks/>
          </p:cNvGrpSpPr>
          <p:nvPr/>
        </p:nvGrpSpPr>
        <p:grpSpPr>
          <a:xfrm>
            <a:off x="977900" y="7761287"/>
            <a:ext cx="507999" cy="542924"/>
            <a:chOff x="977900" y="7761287"/>
            <a:chExt cx="507999" cy="542924"/>
          </a:xfrm>
        </p:grpSpPr>
        <p:sp>
          <p:nvSpPr>
            <p:cNvPr id="263" name="曲线"/>
            <p:cNvSpPr>
              <a:spLocks/>
            </p:cNvSpPr>
            <p:nvPr/>
          </p:nvSpPr>
          <p:spPr>
            <a:xfrm rot="0">
              <a:off x="977900" y="7761287"/>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64" name="矩形"/>
            <p:cNvSpPr>
              <a:spLocks/>
            </p:cNvSpPr>
            <p:nvPr/>
          </p:nvSpPr>
          <p:spPr>
            <a:xfrm rot="0">
              <a:off x="1025525" y="7794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266" name="曲线"/>
          <p:cNvSpPr>
            <a:spLocks/>
          </p:cNvSpPr>
          <p:nvPr/>
        </p:nvSpPr>
        <p:spPr>
          <a:xfrm rot="0">
            <a:off x="16313150" y="1028700"/>
            <a:ext cx="946151" cy="236537"/>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grpSp>
        <p:nvGrpSpPr>
          <p:cNvPr id="269" name="组合"/>
          <p:cNvGrpSpPr>
            <a:grpSpLocks/>
          </p:cNvGrpSpPr>
          <p:nvPr/>
        </p:nvGrpSpPr>
        <p:grpSpPr>
          <a:xfrm>
            <a:off x="17170400" y="-177800"/>
            <a:ext cx="10995023" cy="10993441"/>
            <a:chOff x="17170400" y="-177800"/>
            <a:chExt cx="10995023" cy="10993441"/>
          </a:xfrm>
        </p:grpSpPr>
        <p:sp>
          <p:nvSpPr>
            <p:cNvPr id="267" name="曲线"/>
            <p:cNvSpPr>
              <a:spLocks/>
            </p:cNvSpPr>
            <p:nvPr/>
          </p:nvSpPr>
          <p:spPr>
            <a:xfrm rot="0">
              <a:off x="17170400" y="-177800"/>
              <a:ext cx="10995023" cy="10993441"/>
            </a:xfrm>
            <a:custGeom>
              <a:gdLst>
                <a:gd name="T1" fmla="*/ 0 w 21600"/>
                <a:gd name="T2" fmla="*/ 0 h 21600"/>
                <a:gd name="T3" fmla="*/ 21600 w 21600"/>
                <a:gd name="T4" fmla="*/ 21600 h 21600"/>
              </a:gdLst>
              <a:rect l="T1" t="T2" r="T3" b="T4"/>
              <a:pathLst>
                <a:path w="21600" h="21600">
                  <a:moveTo>
                    <a:pt x="10800" y="0"/>
                  </a:moveTo>
                  <a:cubicBezTo>
                    <a:pt x="4834" y="0"/>
                    <a:pt x="0" y="4834"/>
                    <a:pt x="0" y="10800"/>
                  </a:cubicBezTo>
                  <a:cubicBezTo>
                    <a:pt x="0" y="16764"/>
                    <a:pt x="4834" y="21600"/>
                    <a:pt x="10800" y="21600"/>
                  </a:cubicBezTo>
                  <a:cubicBezTo>
                    <a:pt x="16764" y="21600"/>
                    <a:pt x="21600" y="16764"/>
                    <a:pt x="21600" y="10800"/>
                  </a:cubicBezTo>
                  <a:cubicBezTo>
                    <a:pt x="21600" y="4834"/>
                    <a:pt x="16764" y="0"/>
                    <a:pt x="10800" y="0"/>
                  </a:cubicBezTo>
                  <a:lnTo>
                    <a:pt x="10800" y="0"/>
                  </a:lnTo>
                  <a:lnTo>
                    <a:pt x="10800" y="0"/>
                  </a:lnTo>
                  <a:close/>
                </a:path>
              </a:pathLst>
            </a:custGeom>
            <a:noFill/>
            <a:ln w="514350" cmpd="sng" cap="flat">
              <a:solidFill>
                <a:srgbClr val="FD6220"/>
              </a:solidFill>
              <a:prstDash val="solid"/>
              <a:miter/>
            </a:ln>
          </p:spPr>
        </p:sp>
        <p:sp>
          <p:nvSpPr>
            <p:cNvPr id="268" name="矩形"/>
            <p:cNvSpPr>
              <a:spLocks/>
            </p:cNvSpPr>
            <p:nvPr/>
          </p:nvSpPr>
          <p:spPr>
            <a:xfrm rot="0">
              <a:off x="18200688" y="465137"/>
              <a:ext cx="8934449" cy="9320212"/>
            </a:xfrm>
            <a:prstGeom prst="rect"/>
            <a:noFill/>
            <a:ln w="12700" cmpd="sng" cap="flat">
              <a:noFill/>
              <a:prstDash val="solid"/>
              <a:miter/>
            </a:ln>
          </p:spPr>
        </p:sp>
      </p:grpSp>
      <p:sp>
        <p:nvSpPr>
          <p:cNvPr id="270" name="矩形"/>
          <p:cNvSpPr>
            <a:spLocks/>
          </p:cNvSpPr>
          <p:nvPr/>
        </p:nvSpPr>
        <p:spPr>
          <a:xfrm rot="0">
            <a:off x="152400" y="342900"/>
            <a:ext cx="179070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MODULE DESCRIPTION</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271" name="矩形"/>
          <p:cNvSpPr>
            <a:spLocks/>
          </p:cNvSpPr>
          <p:nvPr/>
        </p:nvSpPr>
        <p:spPr>
          <a:xfrm rot="0">
            <a:off x="2209800" y="1638300"/>
            <a:ext cx="15082837" cy="995045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2800" b="1"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1" i="0" u="none" strike="noStrike" kern="0" cap="none" spc="0" baseline="0">
                <a:solidFill>
                  <a:schemeClr val="tx1"/>
                </a:solidFill>
                <a:latin typeface="Calibri" pitchFamily="0" charset="0"/>
                <a:ea typeface="宋体" pitchFamily="0" charset="0"/>
                <a:cs typeface="Calibri" pitchFamily="0" charset="0"/>
              </a:rPr>
              <a:t>Module 1: User Management</a:t>
            </a:r>
            <a:endParaRPr lang="en-US" altLang="zh-CN" sz="2800" b="1"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Handles user registration, login authentication, and user session management. Displays the user name after successful login and ensures secure access</a:t>
            </a:r>
            <a:r>
              <a:rPr lang="en-US" altLang="zh-CN" sz="2800" b="0" i="0" u="none" strike="noStrike" kern="0" cap="none" spc="0" baseline="0">
                <a:solidFill>
                  <a:schemeClr val="tx1"/>
                </a:solidFill>
                <a:latin typeface="Calibri" pitchFamily="0" charset="0"/>
                <a:ea typeface="宋体" pitchFamily="0" charset="0"/>
                <a:cs typeface="Calibri" pitchFamily="0" charset="0"/>
              </a:rPr>
              <a:t>.</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1" i="0" u="none" strike="noStrike" kern="0" cap="none" spc="0" baseline="0">
                <a:solidFill>
                  <a:schemeClr val="tx1"/>
                </a:solidFill>
                <a:latin typeface="Calibri" pitchFamily="0" charset="0"/>
                <a:ea typeface="宋体" pitchFamily="0" charset="0"/>
                <a:cs typeface="Calibri" pitchFamily="0" charset="0"/>
              </a:rPr>
              <a:t>Module 2: Subscription Management</a:t>
            </a:r>
            <a:endParaRPr lang="en-US" altLang="zh-CN" sz="2800" b="1"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 Allows users to select subscription plans such as Basic, Gold, and Premium. Stores subscription details and controls user access based on the selected plan.</a:t>
            </a:r>
            <a:endParaRPr lang="en-US" altLang="zh-CN" sz="2800" b="1"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1"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1" i="0" u="none" strike="noStrike" kern="0" cap="none" spc="0" baseline="0">
                <a:solidFill>
                  <a:schemeClr val="tx1"/>
                </a:solidFill>
                <a:latin typeface="Calibri" pitchFamily="0" charset="0"/>
                <a:ea typeface="宋体" pitchFamily="0" charset="0"/>
                <a:cs typeface="Calibri" pitchFamily="0" charset="0"/>
              </a:rPr>
              <a:t>Module 3: Content Management</a:t>
            </a:r>
            <a:endParaRPr lang="en-US" altLang="zh-CN" sz="2800" b="1"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 Manages the display of images and videos in a responsive grid layout. Provides features like search and likes for better user interaction.</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1" i="0" u="none" strike="noStrike" kern="0" cap="none" spc="0" baseline="0">
                <a:solidFill>
                  <a:schemeClr val="tx1"/>
                </a:solidFill>
                <a:latin typeface="Calibri" pitchFamily="0" charset="0"/>
                <a:ea typeface="宋体" pitchFamily="0" charset="0"/>
                <a:cs typeface="Calibri" pitchFamily="0" charset="0"/>
              </a:rPr>
              <a:t>Module 4: Access control &amp; Session Handling</a:t>
            </a:r>
            <a:endParaRPr lang="en-US" altLang="zh-CN" sz="2800" b="1"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Validates subscription plans and restricts or allows content access accordingly. Handles logout and session termination securely.</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1458291617"/>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274" name="组合"/>
          <p:cNvGrpSpPr>
            <a:grpSpLocks/>
          </p:cNvGrpSpPr>
          <p:nvPr/>
        </p:nvGrpSpPr>
        <p:grpSpPr>
          <a:xfrm>
            <a:off x="735012" y="6653213"/>
            <a:ext cx="993775" cy="993774"/>
            <a:chOff x="735012" y="6653213"/>
            <a:chExt cx="993775" cy="993774"/>
          </a:xfrm>
        </p:grpSpPr>
        <p:sp>
          <p:nvSpPr>
            <p:cNvPr id="272" name="曲线"/>
            <p:cNvSpPr>
              <a:spLocks/>
            </p:cNvSpPr>
            <p:nvPr/>
          </p:nvSpPr>
          <p:spPr>
            <a:xfrm rot="0">
              <a:off x="735012" y="6653213"/>
              <a:ext cx="993775" cy="993774"/>
            </a:xfrm>
            <a:custGeom>
              <a:gdLst>
                <a:gd name="T1" fmla="*/ 0 w 21600"/>
                <a:gd name="T2" fmla="*/ 0 h 21600"/>
                <a:gd name="T3" fmla="*/ 21600 w 21600"/>
                <a:gd name="T4" fmla="*/ 21600 h 21600"/>
              </a:gdLst>
              <a:rect l="T1" t="T2" r="T3" b="T4"/>
              <a:pathLst>
                <a:path w="21600" h="21600">
                  <a:moveTo>
                    <a:pt x="10800" y="0"/>
                  </a:moveTo>
                  <a:cubicBezTo>
                    <a:pt x="4826" y="0"/>
                    <a:pt x="0" y="4826"/>
                    <a:pt x="0" y="10800"/>
                  </a:cubicBezTo>
                  <a:cubicBezTo>
                    <a:pt x="0" y="16773"/>
                    <a:pt x="4826" y="21600"/>
                    <a:pt x="10800" y="21600"/>
                  </a:cubicBezTo>
                  <a:cubicBezTo>
                    <a:pt x="16773" y="21600"/>
                    <a:pt x="21600" y="16773"/>
                    <a:pt x="21600" y="10800"/>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273" name="矩形"/>
            <p:cNvSpPr>
              <a:spLocks/>
            </p:cNvSpPr>
            <p:nvPr/>
          </p:nvSpPr>
          <p:spPr>
            <a:xfrm rot="0">
              <a:off x="828675" y="6677025"/>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400" b="1" i="0" u="none" strike="noStrike" kern="0" cap="none" spc="0" baseline="0">
                  <a:solidFill>
                    <a:srgbClr val="002060"/>
                  </a:solidFill>
                  <a:latin typeface="Gotham"/>
                  <a:ea typeface="Gotham"/>
                  <a:cs typeface="Gotham"/>
                  <a:sym typeface="Gotham"/>
                </a:rPr>
                <a:t>8</a:t>
              </a:r>
              <a:endParaRPr lang="zh-CN" altLang="en-US" sz="2400" b="1" i="0" u="none" strike="noStrike" kern="0" cap="none" spc="0" baseline="0">
                <a:solidFill>
                  <a:srgbClr val="002060"/>
                </a:solidFill>
                <a:latin typeface="Gotham"/>
                <a:ea typeface="Gotham"/>
                <a:cs typeface="Gotham"/>
                <a:sym typeface="Gotham"/>
              </a:endParaRPr>
            </a:p>
          </p:txBody>
        </p:sp>
      </p:grpSp>
      <p:grpSp>
        <p:nvGrpSpPr>
          <p:cNvPr id="277" name="组合"/>
          <p:cNvGrpSpPr>
            <a:grpSpLocks/>
          </p:cNvGrpSpPr>
          <p:nvPr/>
        </p:nvGrpSpPr>
        <p:grpSpPr>
          <a:xfrm>
            <a:off x="977900" y="3316287"/>
            <a:ext cx="507999" cy="542925"/>
            <a:chOff x="977900" y="3316287"/>
            <a:chExt cx="507999" cy="542925"/>
          </a:xfrm>
        </p:grpSpPr>
        <p:sp>
          <p:nvSpPr>
            <p:cNvPr id="275" name="曲线"/>
            <p:cNvSpPr>
              <a:spLocks/>
            </p:cNvSpPr>
            <p:nvPr/>
          </p:nvSpPr>
          <p:spPr>
            <a:xfrm rot="0">
              <a:off x="977900" y="33162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76" name="矩形"/>
            <p:cNvSpPr>
              <a:spLocks/>
            </p:cNvSpPr>
            <p:nvPr/>
          </p:nvSpPr>
          <p:spPr>
            <a:xfrm rot="0">
              <a:off x="1025525" y="3349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80" name="组合"/>
          <p:cNvGrpSpPr>
            <a:grpSpLocks/>
          </p:cNvGrpSpPr>
          <p:nvPr/>
        </p:nvGrpSpPr>
        <p:grpSpPr>
          <a:xfrm>
            <a:off x="977900" y="1982787"/>
            <a:ext cx="507999" cy="542925"/>
            <a:chOff x="977900" y="1982787"/>
            <a:chExt cx="507999" cy="542925"/>
          </a:xfrm>
        </p:grpSpPr>
        <p:sp>
          <p:nvSpPr>
            <p:cNvPr id="278" name="曲线"/>
            <p:cNvSpPr>
              <a:spLocks/>
            </p:cNvSpPr>
            <p:nvPr/>
          </p:nvSpPr>
          <p:spPr>
            <a:xfrm rot="0">
              <a:off x="977900" y="19827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79" name="矩形"/>
            <p:cNvSpPr>
              <a:spLocks/>
            </p:cNvSpPr>
            <p:nvPr/>
          </p:nvSpPr>
          <p:spPr>
            <a:xfrm rot="0">
              <a:off x="1025525" y="2016124"/>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83" name="组合"/>
          <p:cNvGrpSpPr>
            <a:grpSpLocks/>
          </p:cNvGrpSpPr>
          <p:nvPr/>
        </p:nvGrpSpPr>
        <p:grpSpPr>
          <a:xfrm>
            <a:off x="977900" y="3983037"/>
            <a:ext cx="507999" cy="544512"/>
            <a:chOff x="977900" y="3983037"/>
            <a:chExt cx="507999" cy="544512"/>
          </a:xfrm>
        </p:grpSpPr>
        <p:sp>
          <p:nvSpPr>
            <p:cNvPr id="281" name="曲线"/>
            <p:cNvSpPr>
              <a:spLocks/>
            </p:cNvSpPr>
            <p:nvPr/>
          </p:nvSpPr>
          <p:spPr>
            <a:xfrm rot="0">
              <a:off x="977900" y="3983037"/>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82" name="矩形"/>
            <p:cNvSpPr>
              <a:spLocks/>
            </p:cNvSpPr>
            <p:nvPr/>
          </p:nvSpPr>
          <p:spPr>
            <a:xfrm rot="0">
              <a:off x="1025525" y="4016375"/>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86" name="组合"/>
          <p:cNvGrpSpPr>
            <a:grpSpLocks/>
          </p:cNvGrpSpPr>
          <p:nvPr/>
        </p:nvGrpSpPr>
        <p:grpSpPr>
          <a:xfrm>
            <a:off x="977900" y="2647950"/>
            <a:ext cx="507999" cy="544512"/>
            <a:chOff x="977900" y="2647950"/>
            <a:chExt cx="507999" cy="544512"/>
          </a:xfrm>
        </p:grpSpPr>
        <p:sp>
          <p:nvSpPr>
            <p:cNvPr id="284" name="曲线"/>
            <p:cNvSpPr>
              <a:spLocks/>
            </p:cNvSpPr>
            <p:nvPr/>
          </p:nvSpPr>
          <p:spPr>
            <a:xfrm rot="0">
              <a:off x="977900" y="2647950"/>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85" name="矩形"/>
            <p:cNvSpPr>
              <a:spLocks/>
            </p:cNvSpPr>
            <p:nvPr/>
          </p:nvSpPr>
          <p:spPr>
            <a:xfrm rot="0">
              <a:off x="1025525" y="2681287"/>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89" name="组合"/>
          <p:cNvGrpSpPr>
            <a:grpSpLocks/>
          </p:cNvGrpSpPr>
          <p:nvPr/>
        </p:nvGrpSpPr>
        <p:grpSpPr>
          <a:xfrm>
            <a:off x="977900" y="5318125"/>
            <a:ext cx="507999" cy="544512"/>
            <a:chOff x="977900" y="5318125"/>
            <a:chExt cx="507999" cy="544512"/>
          </a:xfrm>
        </p:grpSpPr>
        <p:sp>
          <p:nvSpPr>
            <p:cNvPr id="287" name="曲线"/>
            <p:cNvSpPr>
              <a:spLocks/>
            </p:cNvSpPr>
            <p:nvPr/>
          </p:nvSpPr>
          <p:spPr>
            <a:xfrm rot="0">
              <a:off x="977900" y="5318125"/>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88" name="矩形"/>
            <p:cNvSpPr>
              <a:spLocks/>
            </p:cNvSpPr>
            <p:nvPr/>
          </p:nvSpPr>
          <p:spPr>
            <a:xfrm rot="0">
              <a:off x="1025525" y="5351463"/>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92" name="组合"/>
          <p:cNvGrpSpPr>
            <a:grpSpLocks/>
          </p:cNvGrpSpPr>
          <p:nvPr/>
        </p:nvGrpSpPr>
        <p:grpSpPr>
          <a:xfrm>
            <a:off x="977900" y="4651375"/>
            <a:ext cx="507999" cy="542925"/>
            <a:chOff x="977900" y="4651375"/>
            <a:chExt cx="507999" cy="542925"/>
          </a:xfrm>
        </p:grpSpPr>
        <p:sp>
          <p:nvSpPr>
            <p:cNvPr id="290" name="曲线"/>
            <p:cNvSpPr>
              <a:spLocks/>
            </p:cNvSpPr>
            <p:nvPr/>
          </p:nvSpPr>
          <p:spPr>
            <a:xfrm rot="0">
              <a:off x="977900" y="4651375"/>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91" name="矩形"/>
            <p:cNvSpPr>
              <a:spLocks/>
            </p:cNvSpPr>
            <p:nvPr/>
          </p:nvSpPr>
          <p:spPr>
            <a:xfrm rot="0">
              <a:off x="1025525" y="4684713"/>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95" name="组合"/>
          <p:cNvGrpSpPr>
            <a:grpSpLocks/>
          </p:cNvGrpSpPr>
          <p:nvPr/>
        </p:nvGrpSpPr>
        <p:grpSpPr>
          <a:xfrm>
            <a:off x="977900" y="5986462"/>
            <a:ext cx="507999" cy="542924"/>
            <a:chOff x="977900" y="5986462"/>
            <a:chExt cx="507999" cy="542924"/>
          </a:xfrm>
        </p:grpSpPr>
        <p:sp>
          <p:nvSpPr>
            <p:cNvPr id="293" name="曲线"/>
            <p:cNvSpPr>
              <a:spLocks/>
            </p:cNvSpPr>
            <p:nvPr/>
          </p:nvSpPr>
          <p:spPr>
            <a:xfrm rot="0">
              <a:off x="977900" y="5986462"/>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94" name="矩形"/>
            <p:cNvSpPr>
              <a:spLocks/>
            </p:cNvSpPr>
            <p:nvPr/>
          </p:nvSpPr>
          <p:spPr>
            <a:xfrm rot="0">
              <a:off x="1025525" y="6019800"/>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298" name="组合"/>
          <p:cNvGrpSpPr>
            <a:grpSpLocks/>
          </p:cNvGrpSpPr>
          <p:nvPr/>
        </p:nvGrpSpPr>
        <p:grpSpPr>
          <a:xfrm>
            <a:off x="977900" y="7761287"/>
            <a:ext cx="507999" cy="542924"/>
            <a:chOff x="977900" y="7761287"/>
            <a:chExt cx="507999" cy="542924"/>
          </a:xfrm>
        </p:grpSpPr>
        <p:sp>
          <p:nvSpPr>
            <p:cNvPr id="296" name="曲线"/>
            <p:cNvSpPr>
              <a:spLocks/>
            </p:cNvSpPr>
            <p:nvPr/>
          </p:nvSpPr>
          <p:spPr>
            <a:xfrm rot="0">
              <a:off x="977900" y="7761287"/>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297" name="矩形"/>
            <p:cNvSpPr>
              <a:spLocks/>
            </p:cNvSpPr>
            <p:nvPr/>
          </p:nvSpPr>
          <p:spPr>
            <a:xfrm rot="0">
              <a:off x="1025525" y="7794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299" name="曲线"/>
          <p:cNvSpPr>
            <a:spLocks/>
          </p:cNvSpPr>
          <p:nvPr/>
        </p:nvSpPr>
        <p:spPr>
          <a:xfrm rot="0">
            <a:off x="16313150" y="1028700"/>
            <a:ext cx="946151" cy="236537"/>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grpSp>
        <p:nvGrpSpPr>
          <p:cNvPr id="302" name="组合"/>
          <p:cNvGrpSpPr>
            <a:grpSpLocks/>
          </p:cNvGrpSpPr>
          <p:nvPr/>
        </p:nvGrpSpPr>
        <p:grpSpPr>
          <a:xfrm>
            <a:off x="17170400" y="-177800"/>
            <a:ext cx="10995023" cy="10993441"/>
            <a:chOff x="17170400" y="-177800"/>
            <a:chExt cx="10995023" cy="10993441"/>
          </a:xfrm>
        </p:grpSpPr>
        <p:sp>
          <p:nvSpPr>
            <p:cNvPr id="300" name="曲线"/>
            <p:cNvSpPr>
              <a:spLocks/>
            </p:cNvSpPr>
            <p:nvPr/>
          </p:nvSpPr>
          <p:spPr>
            <a:xfrm rot="0">
              <a:off x="17170400" y="-177800"/>
              <a:ext cx="10995023" cy="10993441"/>
            </a:xfrm>
            <a:custGeom>
              <a:gdLst>
                <a:gd name="T1" fmla="*/ 0 w 21600"/>
                <a:gd name="T2" fmla="*/ 0 h 21600"/>
                <a:gd name="T3" fmla="*/ 21600 w 21600"/>
                <a:gd name="T4" fmla="*/ 21600 h 21600"/>
              </a:gdLst>
              <a:rect l="T1" t="T2" r="T3" b="T4"/>
              <a:pathLst>
                <a:path w="21600" h="21600">
                  <a:moveTo>
                    <a:pt x="10800" y="0"/>
                  </a:moveTo>
                  <a:cubicBezTo>
                    <a:pt x="4834" y="0"/>
                    <a:pt x="0" y="4834"/>
                    <a:pt x="0" y="10800"/>
                  </a:cubicBezTo>
                  <a:cubicBezTo>
                    <a:pt x="0" y="16764"/>
                    <a:pt x="4834" y="21600"/>
                    <a:pt x="10800" y="21600"/>
                  </a:cubicBezTo>
                  <a:cubicBezTo>
                    <a:pt x="16764" y="21600"/>
                    <a:pt x="21600" y="16764"/>
                    <a:pt x="21600" y="10800"/>
                  </a:cubicBezTo>
                  <a:cubicBezTo>
                    <a:pt x="21600" y="4834"/>
                    <a:pt x="16764" y="0"/>
                    <a:pt x="10800" y="0"/>
                  </a:cubicBezTo>
                  <a:lnTo>
                    <a:pt x="10800" y="0"/>
                  </a:lnTo>
                  <a:lnTo>
                    <a:pt x="10800" y="0"/>
                  </a:lnTo>
                  <a:close/>
                </a:path>
              </a:pathLst>
            </a:custGeom>
            <a:noFill/>
            <a:ln w="514350" cmpd="sng" cap="flat">
              <a:solidFill>
                <a:srgbClr val="FD6220"/>
              </a:solidFill>
              <a:prstDash val="solid"/>
              <a:miter/>
            </a:ln>
          </p:spPr>
        </p:sp>
        <p:sp>
          <p:nvSpPr>
            <p:cNvPr id="301" name="矩形"/>
            <p:cNvSpPr>
              <a:spLocks/>
            </p:cNvSpPr>
            <p:nvPr/>
          </p:nvSpPr>
          <p:spPr>
            <a:xfrm rot="0">
              <a:off x="18200688" y="465137"/>
              <a:ext cx="8934449" cy="9320212"/>
            </a:xfrm>
            <a:prstGeom prst="rect"/>
            <a:noFill/>
            <a:ln w="12700" cmpd="sng" cap="flat">
              <a:noFill/>
              <a:prstDash val="solid"/>
              <a:miter/>
            </a:ln>
          </p:spPr>
        </p:sp>
      </p:grpSp>
      <p:sp>
        <p:nvSpPr>
          <p:cNvPr id="303" name="矩形"/>
          <p:cNvSpPr>
            <a:spLocks/>
          </p:cNvSpPr>
          <p:nvPr/>
        </p:nvSpPr>
        <p:spPr>
          <a:xfrm rot="0">
            <a:off x="152400" y="342900"/>
            <a:ext cx="179070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IMPLEMENTATION SCREENSHOTS</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304" name="矩形"/>
          <p:cNvSpPr>
            <a:spLocks/>
          </p:cNvSpPr>
          <p:nvPr/>
        </p:nvSpPr>
        <p:spPr>
          <a:xfrm rot="0">
            <a:off x="2209800" y="1638300"/>
            <a:ext cx="15082837" cy="609282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0" cap="none" spc="0" baseline="0">
                <a:solidFill>
                  <a:srgbClr val="0033CC"/>
                </a:solidFill>
                <a:latin typeface="Calibri" pitchFamily="0" charset="0"/>
                <a:ea typeface="宋体" pitchFamily="0" charset="0"/>
                <a:cs typeface="Calibri" pitchFamily="0" charset="0"/>
              </a:rPr>
              <a:t>Register:</a:t>
            </a:r>
            <a:endParaRPr lang="en-US" altLang="zh-CN" sz="2800" b="0"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pic>
        <p:nvPicPr>
          <p:cNvPr id="448" name="图片"/>
          <p:cNvPicPr>
            <a:picLocks noChangeAspect="1"/>
          </p:cNvPicPr>
          <p:nvPr/>
        </p:nvPicPr>
        <p:blipFill>
          <a:blip r:embed="rId2" cstate="print"/>
          <a:stretch>
            <a:fillRect/>
          </a:stretch>
        </p:blipFill>
        <p:spPr>
          <a:xfrm rot="0">
            <a:off x="2162142" y="2262153"/>
            <a:ext cx="14099925" cy="6706277"/>
          </a:xfrm>
          <a:prstGeom prst="rect"/>
          <a:noFill/>
          <a:ln w="12700" cmpd="sng" cap="flat">
            <a:noFill/>
            <a:prstDash val="solid"/>
            <a:miter/>
          </a:ln>
        </p:spPr>
      </p:pic>
    </p:spTree>
    <p:extLst>
      <p:ext uri="{BB962C8B-B14F-4D97-AF65-F5344CB8AC3E}">
        <p14:creationId xmlns:p14="http://schemas.microsoft.com/office/powerpoint/2010/main" val="1051311175"/>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308" name="组合"/>
          <p:cNvGrpSpPr>
            <a:grpSpLocks/>
          </p:cNvGrpSpPr>
          <p:nvPr/>
        </p:nvGrpSpPr>
        <p:grpSpPr>
          <a:xfrm>
            <a:off x="735012" y="6653213"/>
            <a:ext cx="993775" cy="993774"/>
            <a:chOff x="735012" y="6653213"/>
            <a:chExt cx="993775" cy="993774"/>
          </a:xfrm>
        </p:grpSpPr>
        <p:sp>
          <p:nvSpPr>
            <p:cNvPr id="306" name="曲线"/>
            <p:cNvSpPr>
              <a:spLocks/>
            </p:cNvSpPr>
            <p:nvPr/>
          </p:nvSpPr>
          <p:spPr>
            <a:xfrm rot="0">
              <a:off x="735012" y="6653213"/>
              <a:ext cx="993775" cy="993774"/>
            </a:xfrm>
            <a:custGeom>
              <a:gdLst>
                <a:gd name="T1" fmla="*/ 0 w 21600"/>
                <a:gd name="T2" fmla="*/ 0 h 21600"/>
                <a:gd name="T3" fmla="*/ 21600 w 21600"/>
                <a:gd name="T4" fmla="*/ 21600 h 21600"/>
              </a:gdLst>
              <a:rect l="T1" t="T2" r="T3" b="T4"/>
              <a:pathLst>
                <a:path w="21600" h="21600">
                  <a:moveTo>
                    <a:pt x="10800" y="0"/>
                  </a:moveTo>
                  <a:cubicBezTo>
                    <a:pt x="4826" y="0"/>
                    <a:pt x="0" y="4826"/>
                    <a:pt x="0" y="10800"/>
                  </a:cubicBezTo>
                  <a:cubicBezTo>
                    <a:pt x="0" y="16773"/>
                    <a:pt x="4826" y="21600"/>
                    <a:pt x="10800" y="21600"/>
                  </a:cubicBezTo>
                  <a:cubicBezTo>
                    <a:pt x="16773" y="21600"/>
                    <a:pt x="21600" y="16773"/>
                    <a:pt x="21600" y="10800"/>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307" name="矩形"/>
            <p:cNvSpPr>
              <a:spLocks/>
            </p:cNvSpPr>
            <p:nvPr/>
          </p:nvSpPr>
          <p:spPr>
            <a:xfrm rot="0">
              <a:off x="828675" y="6677025"/>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400" b="1" i="0" u="none" strike="noStrike" kern="0" cap="none" spc="0" baseline="0">
                  <a:solidFill>
                    <a:srgbClr val="002060"/>
                  </a:solidFill>
                  <a:latin typeface="Gotham"/>
                  <a:ea typeface="Gotham"/>
                  <a:cs typeface="Gotham"/>
                  <a:sym typeface="Gotham"/>
                </a:rPr>
                <a:t>8(A)</a:t>
              </a:r>
              <a:endParaRPr lang="zh-CN" altLang="en-US" sz="2400" b="1" i="0" u="none" strike="noStrike" kern="0" cap="none" spc="0" baseline="0">
                <a:solidFill>
                  <a:srgbClr val="002060"/>
                </a:solidFill>
                <a:latin typeface="Gotham"/>
                <a:ea typeface="Gotham"/>
                <a:cs typeface="Gotham"/>
                <a:sym typeface="Gotham"/>
              </a:endParaRPr>
            </a:p>
          </p:txBody>
        </p:sp>
      </p:grpSp>
      <p:grpSp>
        <p:nvGrpSpPr>
          <p:cNvPr id="311" name="组合"/>
          <p:cNvGrpSpPr>
            <a:grpSpLocks/>
          </p:cNvGrpSpPr>
          <p:nvPr/>
        </p:nvGrpSpPr>
        <p:grpSpPr>
          <a:xfrm>
            <a:off x="977900" y="3316287"/>
            <a:ext cx="507999" cy="542925"/>
            <a:chOff x="977900" y="3316287"/>
            <a:chExt cx="507999" cy="542925"/>
          </a:xfrm>
        </p:grpSpPr>
        <p:sp>
          <p:nvSpPr>
            <p:cNvPr id="309" name="曲线"/>
            <p:cNvSpPr>
              <a:spLocks/>
            </p:cNvSpPr>
            <p:nvPr/>
          </p:nvSpPr>
          <p:spPr>
            <a:xfrm rot="0">
              <a:off x="977900" y="33162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10" name="矩形"/>
            <p:cNvSpPr>
              <a:spLocks/>
            </p:cNvSpPr>
            <p:nvPr/>
          </p:nvSpPr>
          <p:spPr>
            <a:xfrm rot="0">
              <a:off x="1025525" y="3349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14" name="组合"/>
          <p:cNvGrpSpPr>
            <a:grpSpLocks/>
          </p:cNvGrpSpPr>
          <p:nvPr/>
        </p:nvGrpSpPr>
        <p:grpSpPr>
          <a:xfrm>
            <a:off x="977900" y="1982787"/>
            <a:ext cx="507999" cy="542925"/>
            <a:chOff x="977900" y="1982787"/>
            <a:chExt cx="507999" cy="542925"/>
          </a:xfrm>
        </p:grpSpPr>
        <p:sp>
          <p:nvSpPr>
            <p:cNvPr id="312" name="曲线"/>
            <p:cNvSpPr>
              <a:spLocks/>
            </p:cNvSpPr>
            <p:nvPr/>
          </p:nvSpPr>
          <p:spPr>
            <a:xfrm rot="0">
              <a:off x="977900" y="19827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13" name="矩形"/>
            <p:cNvSpPr>
              <a:spLocks/>
            </p:cNvSpPr>
            <p:nvPr/>
          </p:nvSpPr>
          <p:spPr>
            <a:xfrm rot="0">
              <a:off x="1025525" y="2016124"/>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17" name="组合"/>
          <p:cNvGrpSpPr>
            <a:grpSpLocks/>
          </p:cNvGrpSpPr>
          <p:nvPr/>
        </p:nvGrpSpPr>
        <p:grpSpPr>
          <a:xfrm>
            <a:off x="977900" y="3983037"/>
            <a:ext cx="507999" cy="544512"/>
            <a:chOff x="977900" y="3983037"/>
            <a:chExt cx="507999" cy="544512"/>
          </a:xfrm>
        </p:grpSpPr>
        <p:sp>
          <p:nvSpPr>
            <p:cNvPr id="315" name="曲线"/>
            <p:cNvSpPr>
              <a:spLocks/>
            </p:cNvSpPr>
            <p:nvPr/>
          </p:nvSpPr>
          <p:spPr>
            <a:xfrm rot="0">
              <a:off x="977900" y="3983037"/>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16" name="矩形"/>
            <p:cNvSpPr>
              <a:spLocks/>
            </p:cNvSpPr>
            <p:nvPr/>
          </p:nvSpPr>
          <p:spPr>
            <a:xfrm rot="0">
              <a:off x="1025525" y="4016375"/>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20" name="组合"/>
          <p:cNvGrpSpPr>
            <a:grpSpLocks/>
          </p:cNvGrpSpPr>
          <p:nvPr/>
        </p:nvGrpSpPr>
        <p:grpSpPr>
          <a:xfrm>
            <a:off x="977900" y="2647950"/>
            <a:ext cx="507999" cy="544512"/>
            <a:chOff x="977900" y="2647950"/>
            <a:chExt cx="507999" cy="544512"/>
          </a:xfrm>
        </p:grpSpPr>
        <p:sp>
          <p:nvSpPr>
            <p:cNvPr id="318" name="曲线"/>
            <p:cNvSpPr>
              <a:spLocks/>
            </p:cNvSpPr>
            <p:nvPr/>
          </p:nvSpPr>
          <p:spPr>
            <a:xfrm rot="0">
              <a:off x="977900" y="2647950"/>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19" name="矩形"/>
            <p:cNvSpPr>
              <a:spLocks/>
            </p:cNvSpPr>
            <p:nvPr/>
          </p:nvSpPr>
          <p:spPr>
            <a:xfrm rot="0">
              <a:off x="1025525" y="2681287"/>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23" name="组合"/>
          <p:cNvGrpSpPr>
            <a:grpSpLocks/>
          </p:cNvGrpSpPr>
          <p:nvPr/>
        </p:nvGrpSpPr>
        <p:grpSpPr>
          <a:xfrm>
            <a:off x="977900" y="5318125"/>
            <a:ext cx="507999" cy="544512"/>
            <a:chOff x="977900" y="5318125"/>
            <a:chExt cx="507999" cy="544512"/>
          </a:xfrm>
        </p:grpSpPr>
        <p:sp>
          <p:nvSpPr>
            <p:cNvPr id="321" name="曲线"/>
            <p:cNvSpPr>
              <a:spLocks/>
            </p:cNvSpPr>
            <p:nvPr/>
          </p:nvSpPr>
          <p:spPr>
            <a:xfrm rot="0">
              <a:off x="977900" y="5318125"/>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22" name="矩形"/>
            <p:cNvSpPr>
              <a:spLocks/>
            </p:cNvSpPr>
            <p:nvPr/>
          </p:nvSpPr>
          <p:spPr>
            <a:xfrm rot="0">
              <a:off x="1025525" y="5351463"/>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26" name="组合"/>
          <p:cNvGrpSpPr>
            <a:grpSpLocks/>
          </p:cNvGrpSpPr>
          <p:nvPr/>
        </p:nvGrpSpPr>
        <p:grpSpPr>
          <a:xfrm>
            <a:off x="977900" y="4651375"/>
            <a:ext cx="507999" cy="542925"/>
            <a:chOff x="977900" y="4651375"/>
            <a:chExt cx="507999" cy="542925"/>
          </a:xfrm>
        </p:grpSpPr>
        <p:sp>
          <p:nvSpPr>
            <p:cNvPr id="324" name="曲线"/>
            <p:cNvSpPr>
              <a:spLocks/>
            </p:cNvSpPr>
            <p:nvPr/>
          </p:nvSpPr>
          <p:spPr>
            <a:xfrm rot="0">
              <a:off x="977900" y="4651375"/>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25" name="矩形"/>
            <p:cNvSpPr>
              <a:spLocks/>
            </p:cNvSpPr>
            <p:nvPr/>
          </p:nvSpPr>
          <p:spPr>
            <a:xfrm rot="0">
              <a:off x="1025525" y="4684713"/>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29" name="组合"/>
          <p:cNvGrpSpPr>
            <a:grpSpLocks/>
          </p:cNvGrpSpPr>
          <p:nvPr/>
        </p:nvGrpSpPr>
        <p:grpSpPr>
          <a:xfrm>
            <a:off x="977900" y="5986462"/>
            <a:ext cx="507999" cy="542924"/>
            <a:chOff x="977900" y="5986462"/>
            <a:chExt cx="507999" cy="542924"/>
          </a:xfrm>
        </p:grpSpPr>
        <p:sp>
          <p:nvSpPr>
            <p:cNvPr id="327" name="曲线"/>
            <p:cNvSpPr>
              <a:spLocks/>
            </p:cNvSpPr>
            <p:nvPr/>
          </p:nvSpPr>
          <p:spPr>
            <a:xfrm rot="0">
              <a:off x="977900" y="5986462"/>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28" name="矩形"/>
            <p:cNvSpPr>
              <a:spLocks/>
            </p:cNvSpPr>
            <p:nvPr/>
          </p:nvSpPr>
          <p:spPr>
            <a:xfrm rot="0">
              <a:off x="1025525" y="6019800"/>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32" name="组合"/>
          <p:cNvGrpSpPr>
            <a:grpSpLocks/>
          </p:cNvGrpSpPr>
          <p:nvPr/>
        </p:nvGrpSpPr>
        <p:grpSpPr>
          <a:xfrm>
            <a:off x="977900" y="7761287"/>
            <a:ext cx="507999" cy="542924"/>
            <a:chOff x="977900" y="7761287"/>
            <a:chExt cx="507999" cy="542924"/>
          </a:xfrm>
        </p:grpSpPr>
        <p:sp>
          <p:nvSpPr>
            <p:cNvPr id="330" name="曲线"/>
            <p:cNvSpPr>
              <a:spLocks/>
            </p:cNvSpPr>
            <p:nvPr/>
          </p:nvSpPr>
          <p:spPr>
            <a:xfrm rot="0">
              <a:off x="977900" y="7761287"/>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31" name="矩形"/>
            <p:cNvSpPr>
              <a:spLocks/>
            </p:cNvSpPr>
            <p:nvPr/>
          </p:nvSpPr>
          <p:spPr>
            <a:xfrm rot="0">
              <a:off x="1025525" y="7794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333" name="曲线"/>
          <p:cNvSpPr>
            <a:spLocks/>
          </p:cNvSpPr>
          <p:nvPr/>
        </p:nvSpPr>
        <p:spPr>
          <a:xfrm rot="0">
            <a:off x="16313150" y="1028700"/>
            <a:ext cx="946151" cy="236537"/>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grpSp>
        <p:nvGrpSpPr>
          <p:cNvPr id="336" name="组合"/>
          <p:cNvGrpSpPr>
            <a:grpSpLocks/>
          </p:cNvGrpSpPr>
          <p:nvPr/>
        </p:nvGrpSpPr>
        <p:grpSpPr>
          <a:xfrm>
            <a:off x="17170400" y="-177800"/>
            <a:ext cx="10995023" cy="10993441"/>
            <a:chOff x="17170400" y="-177800"/>
            <a:chExt cx="10995023" cy="10993441"/>
          </a:xfrm>
        </p:grpSpPr>
        <p:sp>
          <p:nvSpPr>
            <p:cNvPr id="334" name="曲线"/>
            <p:cNvSpPr>
              <a:spLocks/>
            </p:cNvSpPr>
            <p:nvPr/>
          </p:nvSpPr>
          <p:spPr>
            <a:xfrm rot="0">
              <a:off x="17170400" y="-177800"/>
              <a:ext cx="10995023" cy="10993441"/>
            </a:xfrm>
            <a:custGeom>
              <a:gdLst>
                <a:gd name="T1" fmla="*/ 0 w 21600"/>
                <a:gd name="T2" fmla="*/ 0 h 21600"/>
                <a:gd name="T3" fmla="*/ 21600 w 21600"/>
                <a:gd name="T4" fmla="*/ 21600 h 21600"/>
              </a:gdLst>
              <a:rect l="T1" t="T2" r="T3" b="T4"/>
              <a:pathLst>
                <a:path w="21600" h="21600">
                  <a:moveTo>
                    <a:pt x="10800" y="0"/>
                  </a:moveTo>
                  <a:cubicBezTo>
                    <a:pt x="4834" y="0"/>
                    <a:pt x="0" y="4834"/>
                    <a:pt x="0" y="10800"/>
                  </a:cubicBezTo>
                  <a:cubicBezTo>
                    <a:pt x="0" y="16764"/>
                    <a:pt x="4834" y="21600"/>
                    <a:pt x="10800" y="21600"/>
                  </a:cubicBezTo>
                  <a:cubicBezTo>
                    <a:pt x="16764" y="21600"/>
                    <a:pt x="21600" y="16764"/>
                    <a:pt x="21600" y="10800"/>
                  </a:cubicBezTo>
                  <a:cubicBezTo>
                    <a:pt x="21600" y="4834"/>
                    <a:pt x="16764" y="0"/>
                    <a:pt x="10800" y="0"/>
                  </a:cubicBezTo>
                  <a:lnTo>
                    <a:pt x="10800" y="0"/>
                  </a:lnTo>
                  <a:lnTo>
                    <a:pt x="10800" y="0"/>
                  </a:lnTo>
                  <a:close/>
                </a:path>
              </a:pathLst>
            </a:custGeom>
            <a:noFill/>
            <a:ln w="514350" cmpd="sng" cap="flat">
              <a:solidFill>
                <a:srgbClr val="FD6220"/>
              </a:solidFill>
              <a:prstDash val="solid"/>
              <a:miter/>
            </a:ln>
          </p:spPr>
        </p:sp>
        <p:sp>
          <p:nvSpPr>
            <p:cNvPr id="335" name="矩形"/>
            <p:cNvSpPr>
              <a:spLocks/>
            </p:cNvSpPr>
            <p:nvPr/>
          </p:nvSpPr>
          <p:spPr>
            <a:xfrm rot="0">
              <a:off x="18200688" y="465137"/>
              <a:ext cx="8934449" cy="9320212"/>
            </a:xfrm>
            <a:prstGeom prst="rect"/>
            <a:noFill/>
            <a:ln w="12700" cmpd="sng" cap="flat">
              <a:noFill/>
              <a:prstDash val="solid"/>
              <a:miter/>
            </a:ln>
          </p:spPr>
        </p:sp>
      </p:grpSp>
      <p:sp>
        <p:nvSpPr>
          <p:cNvPr id="337" name="矩形"/>
          <p:cNvSpPr>
            <a:spLocks/>
          </p:cNvSpPr>
          <p:nvPr/>
        </p:nvSpPr>
        <p:spPr>
          <a:xfrm rot="0">
            <a:off x="152400" y="342900"/>
            <a:ext cx="179070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IMPLEMENTATION SCREENSHOTS</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338" name="矩形"/>
          <p:cNvSpPr>
            <a:spLocks/>
          </p:cNvSpPr>
          <p:nvPr/>
        </p:nvSpPr>
        <p:spPr>
          <a:xfrm rot="0">
            <a:off x="2209800" y="1638300"/>
            <a:ext cx="15082837" cy="609282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0" cap="none" spc="0" baseline="0">
                <a:solidFill>
                  <a:srgbClr val="0033CC"/>
                </a:solidFill>
                <a:latin typeface="Calibri" pitchFamily="0" charset="0"/>
                <a:ea typeface="宋体" pitchFamily="0" charset="0"/>
                <a:cs typeface="Calibri" pitchFamily="0" charset="0"/>
              </a:rPr>
              <a:t>Main Page :</a:t>
            </a:r>
            <a:endParaRPr lang="en-US" altLang="zh-CN" sz="2800" b="0" i="0" u="none" strike="noStrike" kern="0" cap="none" spc="0" baseline="0">
              <a:solidFill>
                <a:srgbClr val="0033CC"/>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pic>
        <p:nvPicPr>
          <p:cNvPr id="449" name="图片"/>
          <p:cNvPicPr>
            <a:picLocks noChangeAspect="1"/>
          </p:cNvPicPr>
          <p:nvPr/>
        </p:nvPicPr>
        <p:blipFill>
          <a:blip r:embed="rId2" cstate="print"/>
          <a:stretch>
            <a:fillRect/>
          </a:stretch>
        </p:blipFill>
        <p:spPr>
          <a:xfrm rot="0">
            <a:off x="2085943" y="2409788"/>
            <a:ext cx="14113950" cy="6721768"/>
          </a:xfrm>
          <a:prstGeom prst="rect"/>
          <a:noFill/>
          <a:ln w="12700" cmpd="sng" cap="flat">
            <a:noFill/>
            <a:prstDash val="solid"/>
            <a:miter/>
          </a:ln>
        </p:spPr>
      </p:pic>
    </p:spTree>
    <p:extLst>
      <p:ext uri="{BB962C8B-B14F-4D97-AF65-F5344CB8AC3E}">
        <p14:creationId xmlns:p14="http://schemas.microsoft.com/office/powerpoint/2010/main" val="1150895337"/>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342" name="组合"/>
          <p:cNvGrpSpPr>
            <a:grpSpLocks/>
          </p:cNvGrpSpPr>
          <p:nvPr/>
        </p:nvGrpSpPr>
        <p:grpSpPr>
          <a:xfrm>
            <a:off x="735012" y="6653213"/>
            <a:ext cx="993775" cy="993774"/>
            <a:chOff x="735012" y="6653213"/>
            <a:chExt cx="993775" cy="993774"/>
          </a:xfrm>
        </p:grpSpPr>
        <p:sp>
          <p:nvSpPr>
            <p:cNvPr id="340" name="曲线"/>
            <p:cNvSpPr>
              <a:spLocks/>
            </p:cNvSpPr>
            <p:nvPr/>
          </p:nvSpPr>
          <p:spPr>
            <a:xfrm rot="0">
              <a:off x="735012" y="6653213"/>
              <a:ext cx="993775" cy="993774"/>
            </a:xfrm>
            <a:custGeom>
              <a:gdLst>
                <a:gd name="T1" fmla="*/ 0 w 21600"/>
                <a:gd name="T2" fmla="*/ 0 h 21600"/>
                <a:gd name="T3" fmla="*/ 21600 w 21600"/>
                <a:gd name="T4" fmla="*/ 21600 h 21600"/>
              </a:gdLst>
              <a:rect l="T1" t="T2" r="T3" b="T4"/>
              <a:pathLst>
                <a:path w="21600" h="21600">
                  <a:moveTo>
                    <a:pt x="10800" y="0"/>
                  </a:moveTo>
                  <a:cubicBezTo>
                    <a:pt x="4826" y="0"/>
                    <a:pt x="0" y="4826"/>
                    <a:pt x="0" y="10800"/>
                  </a:cubicBezTo>
                  <a:cubicBezTo>
                    <a:pt x="0" y="16773"/>
                    <a:pt x="4826" y="21600"/>
                    <a:pt x="10800" y="21600"/>
                  </a:cubicBezTo>
                  <a:cubicBezTo>
                    <a:pt x="16773" y="21600"/>
                    <a:pt x="21600" y="16773"/>
                    <a:pt x="21600" y="10800"/>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341" name="矩形"/>
            <p:cNvSpPr>
              <a:spLocks/>
            </p:cNvSpPr>
            <p:nvPr/>
          </p:nvSpPr>
          <p:spPr>
            <a:xfrm rot="0">
              <a:off x="828675" y="6677025"/>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400" b="1" i="0" u="none" strike="noStrike" kern="0" cap="none" spc="0" baseline="0">
                  <a:solidFill>
                    <a:srgbClr val="002060"/>
                  </a:solidFill>
                  <a:latin typeface="Gotham"/>
                  <a:ea typeface="Gotham"/>
                  <a:cs typeface="Gotham"/>
                  <a:sym typeface="Gotham"/>
                </a:rPr>
                <a:t>8(B)</a:t>
              </a:r>
              <a:endParaRPr lang="zh-CN" altLang="en-US" sz="2400" b="1" i="0" u="none" strike="noStrike" kern="0" cap="none" spc="0" baseline="0">
                <a:solidFill>
                  <a:srgbClr val="002060"/>
                </a:solidFill>
                <a:latin typeface="Gotham"/>
                <a:ea typeface="Gotham"/>
                <a:cs typeface="Gotham"/>
                <a:sym typeface="Gotham"/>
              </a:endParaRPr>
            </a:p>
          </p:txBody>
        </p:sp>
      </p:grpSp>
      <p:grpSp>
        <p:nvGrpSpPr>
          <p:cNvPr id="345" name="组合"/>
          <p:cNvGrpSpPr>
            <a:grpSpLocks/>
          </p:cNvGrpSpPr>
          <p:nvPr/>
        </p:nvGrpSpPr>
        <p:grpSpPr>
          <a:xfrm>
            <a:off x="977900" y="3316287"/>
            <a:ext cx="507999" cy="542925"/>
            <a:chOff x="977900" y="3316287"/>
            <a:chExt cx="507999" cy="542925"/>
          </a:xfrm>
        </p:grpSpPr>
        <p:sp>
          <p:nvSpPr>
            <p:cNvPr id="343" name="曲线"/>
            <p:cNvSpPr>
              <a:spLocks/>
            </p:cNvSpPr>
            <p:nvPr/>
          </p:nvSpPr>
          <p:spPr>
            <a:xfrm rot="0">
              <a:off x="977900" y="33162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44" name="矩形"/>
            <p:cNvSpPr>
              <a:spLocks/>
            </p:cNvSpPr>
            <p:nvPr/>
          </p:nvSpPr>
          <p:spPr>
            <a:xfrm rot="0">
              <a:off x="1025525" y="3349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48" name="组合"/>
          <p:cNvGrpSpPr>
            <a:grpSpLocks/>
          </p:cNvGrpSpPr>
          <p:nvPr/>
        </p:nvGrpSpPr>
        <p:grpSpPr>
          <a:xfrm>
            <a:off x="977900" y="1982787"/>
            <a:ext cx="507999" cy="542925"/>
            <a:chOff x="977900" y="1982787"/>
            <a:chExt cx="507999" cy="542925"/>
          </a:xfrm>
        </p:grpSpPr>
        <p:sp>
          <p:nvSpPr>
            <p:cNvPr id="346" name="曲线"/>
            <p:cNvSpPr>
              <a:spLocks/>
            </p:cNvSpPr>
            <p:nvPr/>
          </p:nvSpPr>
          <p:spPr>
            <a:xfrm rot="0">
              <a:off x="977900" y="19827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47" name="矩形"/>
            <p:cNvSpPr>
              <a:spLocks/>
            </p:cNvSpPr>
            <p:nvPr/>
          </p:nvSpPr>
          <p:spPr>
            <a:xfrm rot="0">
              <a:off x="1025525" y="2016124"/>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51" name="组合"/>
          <p:cNvGrpSpPr>
            <a:grpSpLocks/>
          </p:cNvGrpSpPr>
          <p:nvPr/>
        </p:nvGrpSpPr>
        <p:grpSpPr>
          <a:xfrm>
            <a:off x="977900" y="3983037"/>
            <a:ext cx="507999" cy="544512"/>
            <a:chOff x="977900" y="3983037"/>
            <a:chExt cx="507999" cy="544512"/>
          </a:xfrm>
        </p:grpSpPr>
        <p:sp>
          <p:nvSpPr>
            <p:cNvPr id="349" name="曲线"/>
            <p:cNvSpPr>
              <a:spLocks/>
            </p:cNvSpPr>
            <p:nvPr/>
          </p:nvSpPr>
          <p:spPr>
            <a:xfrm rot="0">
              <a:off x="977900" y="3983037"/>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50" name="矩形"/>
            <p:cNvSpPr>
              <a:spLocks/>
            </p:cNvSpPr>
            <p:nvPr/>
          </p:nvSpPr>
          <p:spPr>
            <a:xfrm rot="0">
              <a:off x="1025525" y="4016375"/>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54" name="组合"/>
          <p:cNvGrpSpPr>
            <a:grpSpLocks/>
          </p:cNvGrpSpPr>
          <p:nvPr/>
        </p:nvGrpSpPr>
        <p:grpSpPr>
          <a:xfrm>
            <a:off x="977900" y="2647950"/>
            <a:ext cx="507999" cy="544512"/>
            <a:chOff x="977900" y="2647950"/>
            <a:chExt cx="507999" cy="544512"/>
          </a:xfrm>
        </p:grpSpPr>
        <p:sp>
          <p:nvSpPr>
            <p:cNvPr id="352" name="曲线"/>
            <p:cNvSpPr>
              <a:spLocks/>
            </p:cNvSpPr>
            <p:nvPr/>
          </p:nvSpPr>
          <p:spPr>
            <a:xfrm rot="0">
              <a:off x="977900" y="2647950"/>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53" name="矩形"/>
            <p:cNvSpPr>
              <a:spLocks/>
            </p:cNvSpPr>
            <p:nvPr/>
          </p:nvSpPr>
          <p:spPr>
            <a:xfrm rot="0">
              <a:off x="1025525" y="2681287"/>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57" name="组合"/>
          <p:cNvGrpSpPr>
            <a:grpSpLocks/>
          </p:cNvGrpSpPr>
          <p:nvPr/>
        </p:nvGrpSpPr>
        <p:grpSpPr>
          <a:xfrm>
            <a:off x="977900" y="5318125"/>
            <a:ext cx="507999" cy="544512"/>
            <a:chOff x="977900" y="5318125"/>
            <a:chExt cx="507999" cy="544512"/>
          </a:xfrm>
        </p:grpSpPr>
        <p:sp>
          <p:nvSpPr>
            <p:cNvPr id="355" name="曲线"/>
            <p:cNvSpPr>
              <a:spLocks/>
            </p:cNvSpPr>
            <p:nvPr/>
          </p:nvSpPr>
          <p:spPr>
            <a:xfrm rot="0">
              <a:off x="977900" y="5318125"/>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56" name="矩形"/>
            <p:cNvSpPr>
              <a:spLocks/>
            </p:cNvSpPr>
            <p:nvPr/>
          </p:nvSpPr>
          <p:spPr>
            <a:xfrm rot="0">
              <a:off x="1025525" y="5351463"/>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60" name="组合"/>
          <p:cNvGrpSpPr>
            <a:grpSpLocks/>
          </p:cNvGrpSpPr>
          <p:nvPr/>
        </p:nvGrpSpPr>
        <p:grpSpPr>
          <a:xfrm>
            <a:off x="977900" y="4651375"/>
            <a:ext cx="507999" cy="542925"/>
            <a:chOff x="977900" y="4651375"/>
            <a:chExt cx="507999" cy="542925"/>
          </a:xfrm>
        </p:grpSpPr>
        <p:sp>
          <p:nvSpPr>
            <p:cNvPr id="358" name="曲线"/>
            <p:cNvSpPr>
              <a:spLocks/>
            </p:cNvSpPr>
            <p:nvPr/>
          </p:nvSpPr>
          <p:spPr>
            <a:xfrm rot="0">
              <a:off x="977900" y="4651375"/>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59" name="矩形"/>
            <p:cNvSpPr>
              <a:spLocks/>
            </p:cNvSpPr>
            <p:nvPr/>
          </p:nvSpPr>
          <p:spPr>
            <a:xfrm rot="0">
              <a:off x="1025525" y="4684713"/>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63" name="组合"/>
          <p:cNvGrpSpPr>
            <a:grpSpLocks/>
          </p:cNvGrpSpPr>
          <p:nvPr/>
        </p:nvGrpSpPr>
        <p:grpSpPr>
          <a:xfrm>
            <a:off x="977900" y="5986462"/>
            <a:ext cx="507999" cy="542924"/>
            <a:chOff x="977900" y="5986462"/>
            <a:chExt cx="507999" cy="542924"/>
          </a:xfrm>
        </p:grpSpPr>
        <p:sp>
          <p:nvSpPr>
            <p:cNvPr id="361" name="曲线"/>
            <p:cNvSpPr>
              <a:spLocks/>
            </p:cNvSpPr>
            <p:nvPr/>
          </p:nvSpPr>
          <p:spPr>
            <a:xfrm rot="0">
              <a:off x="977900" y="5986462"/>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62" name="矩形"/>
            <p:cNvSpPr>
              <a:spLocks/>
            </p:cNvSpPr>
            <p:nvPr/>
          </p:nvSpPr>
          <p:spPr>
            <a:xfrm rot="0">
              <a:off x="1025525" y="6019800"/>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66" name="组合"/>
          <p:cNvGrpSpPr>
            <a:grpSpLocks/>
          </p:cNvGrpSpPr>
          <p:nvPr/>
        </p:nvGrpSpPr>
        <p:grpSpPr>
          <a:xfrm>
            <a:off x="977900" y="7761287"/>
            <a:ext cx="507999" cy="542924"/>
            <a:chOff x="977900" y="7761287"/>
            <a:chExt cx="507999" cy="542924"/>
          </a:xfrm>
        </p:grpSpPr>
        <p:sp>
          <p:nvSpPr>
            <p:cNvPr id="364" name="曲线"/>
            <p:cNvSpPr>
              <a:spLocks/>
            </p:cNvSpPr>
            <p:nvPr/>
          </p:nvSpPr>
          <p:spPr>
            <a:xfrm rot="0">
              <a:off x="977900" y="7761287"/>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65" name="矩形"/>
            <p:cNvSpPr>
              <a:spLocks/>
            </p:cNvSpPr>
            <p:nvPr/>
          </p:nvSpPr>
          <p:spPr>
            <a:xfrm rot="0">
              <a:off x="1025525" y="7794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367" name="曲线"/>
          <p:cNvSpPr>
            <a:spLocks/>
          </p:cNvSpPr>
          <p:nvPr/>
        </p:nvSpPr>
        <p:spPr>
          <a:xfrm rot="0">
            <a:off x="16313150" y="1028700"/>
            <a:ext cx="946151" cy="236537"/>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grpSp>
        <p:nvGrpSpPr>
          <p:cNvPr id="370" name="组合"/>
          <p:cNvGrpSpPr>
            <a:grpSpLocks/>
          </p:cNvGrpSpPr>
          <p:nvPr/>
        </p:nvGrpSpPr>
        <p:grpSpPr>
          <a:xfrm>
            <a:off x="17170400" y="-177800"/>
            <a:ext cx="10995023" cy="10993441"/>
            <a:chOff x="17170400" y="-177800"/>
            <a:chExt cx="10995023" cy="10993441"/>
          </a:xfrm>
        </p:grpSpPr>
        <p:sp>
          <p:nvSpPr>
            <p:cNvPr id="368" name="曲线"/>
            <p:cNvSpPr>
              <a:spLocks/>
            </p:cNvSpPr>
            <p:nvPr/>
          </p:nvSpPr>
          <p:spPr>
            <a:xfrm rot="0">
              <a:off x="17170400" y="-177800"/>
              <a:ext cx="10995023" cy="10993441"/>
            </a:xfrm>
            <a:custGeom>
              <a:gdLst>
                <a:gd name="T1" fmla="*/ 0 w 21600"/>
                <a:gd name="T2" fmla="*/ 0 h 21600"/>
                <a:gd name="T3" fmla="*/ 21600 w 21600"/>
                <a:gd name="T4" fmla="*/ 21600 h 21600"/>
              </a:gdLst>
              <a:rect l="T1" t="T2" r="T3" b="T4"/>
              <a:pathLst>
                <a:path w="21600" h="21600">
                  <a:moveTo>
                    <a:pt x="10800" y="0"/>
                  </a:moveTo>
                  <a:cubicBezTo>
                    <a:pt x="4834" y="0"/>
                    <a:pt x="0" y="4834"/>
                    <a:pt x="0" y="10800"/>
                  </a:cubicBezTo>
                  <a:cubicBezTo>
                    <a:pt x="0" y="16764"/>
                    <a:pt x="4834" y="21600"/>
                    <a:pt x="10800" y="21600"/>
                  </a:cubicBezTo>
                  <a:cubicBezTo>
                    <a:pt x="16764" y="21600"/>
                    <a:pt x="21600" y="16764"/>
                    <a:pt x="21600" y="10800"/>
                  </a:cubicBezTo>
                  <a:cubicBezTo>
                    <a:pt x="21600" y="4834"/>
                    <a:pt x="16764" y="0"/>
                    <a:pt x="10800" y="0"/>
                  </a:cubicBezTo>
                  <a:lnTo>
                    <a:pt x="10800" y="0"/>
                  </a:lnTo>
                  <a:lnTo>
                    <a:pt x="10800" y="0"/>
                  </a:lnTo>
                  <a:close/>
                </a:path>
              </a:pathLst>
            </a:custGeom>
            <a:noFill/>
            <a:ln w="514350" cmpd="sng" cap="flat">
              <a:solidFill>
                <a:srgbClr val="FD6220"/>
              </a:solidFill>
              <a:prstDash val="solid"/>
              <a:miter/>
            </a:ln>
          </p:spPr>
        </p:sp>
        <p:sp>
          <p:nvSpPr>
            <p:cNvPr id="369" name="矩形"/>
            <p:cNvSpPr>
              <a:spLocks/>
            </p:cNvSpPr>
            <p:nvPr/>
          </p:nvSpPr>
          <p:spPr>
            <a:xfrm rot="0">
              <a:off x="18200688" y="465137"/>
              <a:ext cx="8934449" cy="9320212"/>
            </a:xfrm>
            <a:prstGeom prst="rect"/>
            <a:noFill/>
            <a:ln w="12700" cmpd="sng" cap="flat">
              <a:noFill/>
              <a:prstDash val="solid"/>
              <a:miter/>
            </a:ln>
          </p:spPr>
        </p:sp>
      </p:grpSp>
      <p:sp>
        <p:nvSpPr>
          <p:cNvPr id="371" name="矩形"/>
          <p:cNvSpPr>
            <a:spLocks/>
          </p:cNvSpPr>
          <p:nvPr/>
        </p:nvSpPr>
        <p:spPr>
          <a:xfrm rot="0">
            <a:off x="152400" y="342900"/>
            <a:ext cx="179070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IMPLEMENTATION SCREENSHOTS</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372" name="矩形"/>
          <p:cNvSpPr>
            <a:spLocks/>
          </p:cNvSpPr>
          <p:nvPr/>
        </p:nvSpPr>
        <p:spPr>
          <a:xfrm rot="0">
            <a:off x="2209800" y="1638300"/>
            <a:ext cx="15082837" cy="4806950"/>
          </a:xfrm>
          <a:prstGeom prst="rect"/>
          <a:noFill/>
          <a:ln w="12700" cmpd="sng" cap="flat">
            <a:noFill/>
            <a:prstDash val="solid"/>
            <a:miter/>
          </a:ln>
        </p:spPr>
        <p:txBody>
          <a:bodyPr vert="horz" wrap="square" lIns="91440" tIns="45720" rIns="91440" bIns="45720" anchor="t" anchorCtr="0">
            <a:prstTxWarp prst="textNoShape"/>
            <a:spAutoFit/>
          </a:bodyPr>
          <a:lstStyle/>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sp>
        <p:nvSpPr>
          <p:cNvPr id="450" name="文本框"/>
          <p:cNvSpPr txBox="1">
            <a:spLocks/>
          </p:cNvSpPr>
          <p:nvPr/>
        </p:nvSpPr>
        <p:spPr>
          <a:xfrm rot="0">
            <a:off x="8522024" y="4524986"/>
            <a:ext cx="1257281" cy="35813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zh-CN" altLang="en-US" sz="1800" b="0" i="0" u="none" strike="noStrike" kern="0" cap="none" spc="0" baseline="0">
              <a:solidFill>
                <a:schemeClr val="tx1"/>
              </a:solidFill>
              <a:latin typeface="Droid Sans" pitchFamily="0" charset="0"/>
              <a:ea typeface="宋体" pitchFamily="0" charset="0"/>
              <a:cs typeface="Lucida Sans"/>
            </a:endParaRPr>
          </a:p>
        </p:txBody>
      </p:sp>
      <p:pic>
        <p:nvPicPr>
          <p:cNvPr id="451" name="图片"/>
          <p:cNvPicPr>
            <a:picLocks noChangeAspect="1"/>
          </p:cNvPicPr>
          <p:nvPr/>
        </p:nvPicPr>
        <p:blipFill>
          <a:blip r:embed="rId2" cstate="print"/>
          <a:stretch>
            <a:fillRect/>
          </a:stretch>
        </p:blipFill>
        <p:spPr>
          <a:xfrm rot="0">
            <a:off x="2371689" y="1833534"/>
            <a:ext cx="13895703" cy="6626513"/>
          </a:xfrm>
          <a:prstGeom prst="rect"/>
          <a:noFill/>
          <a:ln w="12700" cmpd="sng" cap="flat">
            <a:noFill/>
            <a:prstDash val="solid"/>
            <a:miter/>
          </a:ln>
        </p:spPr>
      </p:pic>
    </p:spTree>
    <p:extLst>
      <p:ext uri="{BB962C8B-B14F-4D97-AF65-F5344CB8AC3E}">
        <p14:creationId xmlns:p14="http://schemas.microsoft.com/office/powerpoint/2010/main" val="1077128063"/>
      </p:ext>
    </p:extLst>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376" name="组合"/>
          <p:cNvGrpSpPr>
            <a:grpSpLocks/>
          </p:cNvGrpSpPr>
          <p:nvPr/>
        </p:nvGrpSpPr>
        <p:grpSpPr>
          <a:xfrm>
            <a:off x="735012" y="6653213"/>
            <a:ext cx="993775" cy="993774"/>
            <a:chOff x="735012" y="6653213"/>
            <a:chExt cx="993775" cy="993774"/>
          </a:xfrm>
        </p:grpSpPr>
        <p:sp>
          <p:nvSpPr>
            <p:cNvPr id="374" name="曲线"/>
            <p:cNvSpPr>
              <a:spLocks/>
            </p:cNvSpPr>
            <p:nvPr/>
          </p:nvSpPr>
          <p:spPr>
            <a:xfrm rot="0">
              <a:off x="735012" y="6653213"/>
              <a:ext cx="993775" cy="993774"/>
            </a:xfrm>
            <a:custGeom>
              <a:gdLst>
                <a:gd name="T1" fmla="*/ 0 w 21600"/>
                <a:gd name="T2" fmla="*/ 0 h 21600"/>
                <a:gd name="T3" fmla="*/ 21600 w 21600"/>
                <a:gd name="T4" fmla="*/ 21600 h 21600"/>
              </a:gdLst>
              <a:rect l="T1" t="T2" r="T3" b="T4"/>
              <a:pathLst>
                <a:path w="21600" h="21600">
                  <a:moveTo>
                    <a:pt x="10800" y="0"/>
                  </a:moveTo>
                  <a:cubicBezTo>
                    <a:pt x="4826" y="0"/>
                    <a:pt x="0" y="4826"/>
                    <a:pt x="0" y="10800"/>
                  </a:cubicBezTo>
                  <a:cubicBezTo>
                    <a:pt x="0" y="16773"/>
                    <a:pt x="4826" y="21600"/>
                    <a:pt x="10800" y="21600"/>
                  </a:cubicBezTo>
                  <a:cubicBezTo>
                    <a:pt x="16773" y="21600"/>
                    <a:pt x="21600" y="16773"/>
                    <a:pt x="21600" y="10800"/>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375" name="矩形"/>
            <p:cNvSpPr>
              <a:spLocks/>
            </p:cNvSpPr>
            <p:nvPr/>
          </p:nvSpPr>
          <p:spPr>
            <a:xfrm rot="0">
              <a:off x="828675" y="6677025"/>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400" b="1" i="0" u="none" strike="noStrike" kern="0" cap="none" spc="0" baseline="0">
                  <a:solidFill>
                    <a:srgbClr val="002060"/>
                  </a:solidFill>
                  <a:latin typeface="Gotham"/>
                  <a:ea typeface="Gotham"/>
                  <a:cs typeface="Gotham"/>
                  <a:sym typeface="Gotham"/>
                </a:rPr>
                <a:t>8(C)</a:t>
              </a:r>
              <a:endParaRPr lang="zh-CN" altLang="en-US" sz="2400" b="1" i="0" u="none" strike="noStrike" kern="0" cap="none" spc="0" baseline="0">
                <a:solidFill>
                  <a:srgbClr val="002060"/>
                </a:solidFill>
                <a:latin typeface="Gotham"/>
                <a:ea typeface="Gotham"/>
                <a:cs typeface="Gotham"/>
                <a:sym typeface="Gotham"/>
              </a:endParaRPr>
            </a:p>
          </p:txBody>
        </p:sp>
      </p:grpSp>
      <p:grpSp>
        <p:nvGrpSpPr>
          <p:cNvPr id="379" name="组合"/>
          <p:cNvGrpSpPr>
            <a:grpSpLocks/>
          </p:cNvGrpSpPr>
          <p:nvPr/>
        </p:nvGrpSpPr>
        <p:grpSpPr>
          <a:xfrm>
            <a:off x="977900" y="3316287"/>
            <a:ext cx="507999" cy="542925"/>
            <a:chOff x="977900" y="3316287"/>
            <a:chExt cx="507999" cy="542925"/>
          </a:xfrm>
        </p:grpSpPr>
        <p:sp>
          <p:nvSpPr>
            <p:cNvPr id="377" name="曲线"/>
            <p:cNvSpPr>
              <a:spLocks/>
            </p:cNvSpPr>
            <p:nvPr/>
          </p:nvSpPr>
          <p:spPr>
            <a:xfrm rot="0">
              <a:off x="977900" y="33162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78" name="矩形"/>
            <p:cNvSpPr>
              <a:spLocks/>
            </p:cNvSpPr>
            <p:nvPr/>
          </p:nvSpPr>
          <p:spPr>
            <a:xfrm rot="0">
              <a:off x="1025525" y="3349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82" name="组合"/>
          <p:cNvGrpSpPr>
            <a:grpSpLocks/>
          </p:cNvGrpSpPr>
          <p:nvPr/>
        </p:nvGrpSpPr>
        <p:grpSpPr>
          <a:xfrm>
            <a:off x="977900" y="1982787"/>
            <a:ext cx="507999" cy="542925"/>
            <a:chOff x="977900" y="1982787"/>
            <a:chExt cx="507999" cy="542925"/>
          </a:xfrm>
        </p:grpSpPr>
        <p:sp>
          <p:nvSpPr>
            <p:cNvPr id="380" name="曲线"/>
            <p:cNvSpPr>
              <a:spLocks/>
            </p:cNvSpPr>
            <p:nvPr/>
          </p:nvSpPr>
          <p:spPr>
            <a:xfrm rot="0">
              <a:off x="977900" y="19827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81" name="矩形"/>
            <p:cNvSpPr>
              <a:spLocks/>
            </p:cNvSpPr>
            <p:nvPr/>
          </p:nvSpPr>
          <p:spPr>
            <a:xfrm rot="0">
              <a:off x="1025525" y="2016124"/>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85" name="组合"/>
          <p:cNvGrpSpPr>
            <a:grpSpLocks/>
          </p:cNvGrpSpPr>
          <p:nvPr/>
        </p:nvGrpSpPr>
        <p:grpSpPr>
          <a:xfrm>
            <a:off x="977900" y="3983037"/>
            <a:ext cx="507999" cy="544512"/>
            <a:chOff x="977900" y="3983037"/>
            <a:chExt cx="507999" cy="544512"/>
          </a:xfrm>
        </p:grpSpPr>
        <p:sp>
          <p:nvSpPr>
            <p:cNvPr id="383" name="曲线"/>
            <p:cNvSpPr>
              <a:spLocks/>
            </p:cNvSpPr>
            <p:nvPr/>
          </p:nvSpPr>
          <p:spPr>
            <a:xfrm rot="0">
              <a:off x="977900" y="3983037"/>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84" name="矩形"/>
            <p:cNvSpPr>
              <a:spLocks/>
            </p:cNvSpPr>
            <p:nvPr/>
          </p:nvSpPr>
          <p:spPr>
            <a:xfrm rot="0">
              <a:off x="1025525" y="4016375"/>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88" name="组合"/>
          <p:cNvGrpSpPr>
            <a:grpSpLocks/>
          </p:cNvGrpSpPr>
          <p:nvPr/>
        </p:nvGrpSpPr>
        <p:grpSpPr>
          <a:xfrm>
            <a:off x="977900" y="2647950"/>
            <a:ext cx="507999" cy="544512"/>
            <a:chOff x="977900" y="2647950"/>
            <a:chExt cx="507999" cy="544512"/>
          </a:xfrm>
        </p:grpSpPr>
        <p:sp>
          <p:nvSpPr>
            <p:cNvPr id="386" name="曲线"/>
            <p:cNvSpPr>
              <a:spLocks/>
            </p:cNvSpPr>
            <p:nvPr/>
          </p:nvSpPr>
          <p:spPr>
            <a:xfrm rot="0">
              <a:off x="977900" y="2647950"/>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87" name="矩形"/>
            <p:cNvSpPr>
              <a:spLocks/>
            </p:cNvSpPr>
            <p:nvPr/>
          </p:nvSpPr>
          <p:spPr>
            <a:xfrm rot="0">
              <a:off x="1025525" y="2681287"/>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91" name="组合"/>
          <p:cNvGrpSpPr>
            <a:grpSpLocks/>
          </p:cNvGrpSpPr>
          <p:nvPr/>
        </p:nvGrpSpPr>
        <p:grpSpPr>
          <a:xfrm>
            <a:off x="977900" y="5318125"/>
            <a:ext cx="507999" cy="544512"/>
            <a:chOff x="977900" y="5318125"/>
            <a:chExt cx="507999" cy="544512"/>
          </a:xfrm>
        </p:grpSpPr>
        <p:sp>
          <p:nvSpPr>
            <p:cNvPr id="389" name="曲线"/>
            <p:cNvSpPr>
              <a:spLocks/>
            </p:cNvSpPr>
            <p:nvPr/>
          </p:nvSpPr>
          <p:spPr>
            <a:xfrm rot="0">
              <a:off x="977900" y="5318125"/>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90" name="矩形"/>
            <p:cNvSpPr>
              <a:spLocks/>
            </p:cNvSpPr>
            <p:nvPr/>
          </p:nvSpPr>
          <p:spPr>
            <a:xfrm rot="0">
              <a:off x="1025525" y="5351463"/>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94" name="组合"/>
          <p:cNvGrpSpPr>
            <a:grpSpLocks/>
          </p:cNvGrpSpPr>
          <p:nvPr/>
        </p:nvGrpSpPr>
        <p:grpSpPr>
          <a:xfrm>
            <a:off x="977900" y="4651375"/>
            <a:ext cx="507999" cy="542925"/>
            <a:chOff x="977900" y="4651375"/>
            <a:chExt cx="507999" cy="542925"/>
          </a:xfrm>
        </p:grpSpPr>
        <p:sp>
          <p:nvSpPr>
            <p:cNvPr id="392" name="曲线"/>
            <p:cNvSpPr>
              <a:spLocks/>
            </p:cNvSpPr>
            <p:nvPr/>
          </p:nvSpPr>
          <p:spPr>
            <a:xfrm rot="0">
              <a:off x="977900" y="4651375"/>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93" name="矩形"/>
            <p:cNvSpPr>
              <a:spLocks/>
            </p:cNvSpPr>
            <p:nvPr/>
          </p:nvSpPr>
          <p:spPr>
            <a:xfrm rot="0">
              <a:off x="1025525" y="4684713"/>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397" name="组合"/>
          <p:cNvGrpSpPr>
            <a:grpSpLocks/>
          </p:cNvGrpSpPr>
          <p:nvPr/>
        </p:nvGrpSpPr>
        <p:grpSpPr>
          <a:xfrm>
            <a:off x="977900" y="5986462"/>
            <a:ext cx="507999" cy="542924"/>
            <a:chOff x="977900" y="5986462"/>
            <a:chExt cx="507999" cy="542924"/>
          </a:xfrm>
        </p:grpSpPr>
        <p:sp>
          <p:nvSpPr>
            <p:cNvPr id="395" name="曲线"/>
            <p:cNvSpPr>
              <a:spLocks/>
            </p:cNvSpPr>
            <p:nvPr/>
          </p:nvSpPr>
          <p:spPr>
            <a:xfrm rot="0">
              <a:off x="977900" y="5986462"/>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96" name="矩形"/>
            <p:cNvSpPr>
              <a:spLocks/>
            </p:cNvSpPr>
            <p:nvPr/>
          </p:nvSpPr>
          <p:spPr>
            <a:xfrm rot="0">
              <a:off x="1025525" y="6019800"/>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00" name="组合"/>
          <p:cNvGrpSpPr>
            <a:grpSpLocks/>
          </p:cNvGrpSpPr>
          <p:nvPr/>
        </p:nvGrpSpPr>
        <p:grpSpPr>
          <a:xfrm>
            <a:off x="977900" y="7761287"/>
            <a:ext cx="507999" cy="542924"/>
            <a:chOff x="977900" y="7761287"/>
            <a:chExt cx="507999" cy="542924"/>
          </a:xfrm>
        </p:grpSpPr>
        <p:sp>
          <p:nvSpPr>
            <p:cNvPr id="398" name="曲线"/>
            <p:cNvSpPr>
              <a:spLocks/>
            </p:cNvSpPr>
            <p:nvPr/>
          </p:nvSpPr>
          <p:spPr>
            <a:xfrm rot="0">
              <a:off x="977900" y="7761287"/>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399" name="矩形"/>
            <p:cNvSpPr>
              <a:spLocks/>
            </p:cNvSpPr>
            <p:nvPr/>
          </p:nvSpPr>
          <p:spPr>
            <a:xfrm rot="0">
              <a:off x="1025525" y="7794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9</a:t>
              </a:r>
              <a:endParaRPr lang="zh-CN" altLang="en-US" sz="1700" b="0" i="0" u="none" strike="noStrike" kern="0" cap="none" spc="0" baseline="0">
                <a:solidFill>
                  <a:srgbClr val="191919"/>
                </a:solidFill>
                <a:latin typeface="Gotham"/>
                <a:ea typeface="Gotham"/>
                <a:cs typeface="Gotham"/>
                <a:sym typeface="Gotham"/>
              </a:endParaRPr>
            </a:p>
          </p:txBody>
        </p:sp>
      </p:grpSp>
      <p:sp>
        <p:nvSpPr>
          <p:cNvPr id="401" name="曲线"/>
          <p:cNvSpPr>
            <a:spLocks/>
          </p:cNvSpPr>
          <p:nvPr/>
        </p:nvSpPr>
        <p:spPr>
          <a:xfrm rot="0">
            <a:off x="16313150" y="1028700"/>
            <a:ext cx="946151" cy="236537"/>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grpSp>
        <p:nvGrpSpPr>
          <p:cNvPr id="404" name="组合"/>
          <p:cNvGrpSpPr>
            <a:grpSpLocks/>
          </p:cNvGrpSpPr>
          <p:nvPr/>
        </p:nvGrpSpPr>
        <p:grpSpPr>
          <a:xfrm>
            <a:off x="17170400" y="-177800"/>
            <a:ext cx="10995023" cy="10993441"/>
            <a:chOff x="17170400" y="-177800"/>
            <a:chExt cx="10995023" cy="10993441"/>
          </a:xfrm>
        </p:grpSpPr>
        <p:sp>
          <p:nvSpPr>
            <p:cNvPr id="402" name="曲线"/>
            <p:cNvSpPr>
              <a:spLocks/>
            </p:cNvSpPr>
            <p:nvPr/>
          </p:nvSpPr>
          <p:spPr>
            <a:xfrm rot="0">
              <a:off x="17170400" y="-177800"/>
              <a:ext cx="10995023" cy="10993441"/>
            </a:xfrm>
            <a:custGeom>
              <a:gdLst>
                <a:gd name="T1" fmla="*/ 0 w 21600"/>
                <a:gd name="T2" fmla="*/ 0 h 21600"/>
                <a:gd name="T3" fmla="*/ 21600 w 21600"/>
                <a:gd name="T4" fmla="*/ 21600 h 21600"/>
              </a:gdLst>
              <a:rect l="T1" t="T2" r="T3" b="T4"/>
              <a:pathLst>
                <a:path w="21600" h="21600">
                  <a:moveTo>
                    <a:pt x="10800" y="0"/>
                  </a:moveTo>
                  <a:cubicBezTo>
                    <a:pt x="4834" y="0"/>
                    <a:pt x="0" y="4834"/>
                    <a:pt x="0" y="10800"/>
                  </a:cubicBezTo>
                  <a:cubicBezTo>
                    <a:pt x="0" y="16764"/>
                    <a:pt x="4834" y="21600"/>
                    <a:pt x="10800" y="21600"/>
                  </a:cubicBezTo>
                  <a:cubicBezTo>
                    <a:pt x="16764" y="21600"/>
                    <a:pt x="21600" y="16764"/>
                    <a:pt x="21600" y="10800"/>
                  </a:cubicBezTo>
                  <a:cubicBezTo>
                    <a:pt x="21600" y="4834"/>
                    <a:pt x="16764" y="0"/>
                    <a:pt x="10800" y="0"/>
                  </a:cubicBezTo>
                  <a:lnTo>
                    <a:pt x="10800" y="0"/>
                  </a:lnTo>
                  <a:lnTo>
                    <a:pt x="10800" y="0"/>
                  </a:lnTo>
                  <a:close/>
                </a:path>
              </a:pathLst>
            </a:custGeom>
            <a:noFill/>
            <a:ln w="514350" cmpd="sng" cap="flat">
              <a:solidFill>
                <a:srgbClr val="FD6220"/>
              </a:solidFill>
              <a:prstDash val="solid"/>
              <a:miter/>
            </a:ln>
          </p:spPr>
        </p:sp>
        <p:sp>
          <p:nvSpPr>
            <p:cNvPr id="403" name="矩形"/>
            <p:cNvSpPr>
              <a:spLocks/>
            </p:cNvSpPr>
            <p:nvPr/>
          </p:nvSpPr>
          <p:spPr>
            <a:xfrm rot="0">
              <a:off x="18200688" y="465137"/>
              <a:ext cx="8934449" cy="9320212"/>
            </a:xfrm>
            <a:prstGeom prst="rect"/>
            <a:noFill/>
            <a:ln w="12700" cmpd="sng" cap="flat">
              <a:noFill/>
              <a:prstDash val="solid"/>
              <a:miter/>
            </a:ln>
          </p:spPr>
        </p:sp>
      </p:grpSp>
      <p:sp>
        <p:nvSpPr>
          <p:cNvPr id="405" name="矩形"/>
          <p:cNvSpPr>
            <a:spLocks/>
          </p:cNvSpPr>
          <p:nvPr/>
        </p:nvSpPr>
        <p:spPr>
          <a:xfrm rot="0">
            <a:off x="152400" y="342900"/>
            <a:ext cx="17907000"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IMPLEMENTATION SCREENSHOTS</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406" name="矩形"/>
          <p:cNvSpPr>
            <a:spLocks/>
          </p:cNvSpPr>
          <p:nvPr/>
        </p:nvSpPr>
        <p:spPr>
          <a:xfrm rot="0">
            <a:off x="1381125" y="1397000"/>
            <a:ext cx="15082837" cy="52355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pic>
        <p:nvPicPr>
          <p:cNvPr id="453" name="图片"/>
          <p:cNvPicPr>
            <a:picLocks noChangeAspect="1"/>
          </p:cNvPicPr>
          <p:nvPr/>
        </p:nvPicPr>
        <p:blipFill>
          <a:blip r:embed="rId2" cstate="print"/>
          <a:stretch>
            <a:fillRect/>
          </a:stretch>
        </p:blipFill>
        <p:spPr>
          <a:xfrm rot="0">
            <a:off x="4971974" y="1471590"/>
            <a:ext cx="8131965" cy="3898261"/>
          </a:xfrm>
          <a:prstGeom prst="rect"/>
          <a:noFill/>
          <a:ln w="12700" cmpd="sng" cap="flat">
            <a:noFill/>
            <a:prstDash val="solid"/>
            <a:miter/>
          </a:ln>
        </p:spPr>
      </p:pic>
      <p:pic>
        <p:nvPicPr>
          <p:cNvPr id="454" name="图片"/>
          <p:cNvPicPr>
            <a:picLocks noChangeAspect="1"/>
          </p:cNvPicPr>
          <p:nvPr/>
        </p:nvPicPr>
        <p:blipFill>
          <a:blip r:embed="rId3" cstate="print"/>
          <a:stretch>
            <a:fillRect/>
          </a:stretch>
        </p:blipFill>
        <p:spPr>
          <a:xfrm rot="0">
            <a:off x="4895775" y="5791112"/>
            <a:ext cx="8131965" cy="3842353"/>
          </a:xfrm>
          <a:prstGeom prst="rect"/>
          <a:noFill/>
          <a:ln w="12700" cmpd="sng" cap="flat">
            <a:noFill/>
            <a:prstDash val="solid"/>
            <a:miter/>
          </a:ln>
        </p:spPr>
      </p:pic>
    </p:spTree>
    <p:extLst>
      <p:ext uri="{BB962C8B-B14F-4D97-AF65-F5344CB8AC3E}">
        <p14:creationId xmlns:p14="http://schemas.microsoft.com/office/powerpoint/2010/main" val="252034398"/>
      </p:ext>
    </p:extLst>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grpSp>
        <p:nvGrpSpPr>
          <p:cNvPr id="412" name="组合"/>
          <p:cNvGrpSpPr>
            <a:grpSpLocks/>
          </p:cNvGrpSpPr>
          <p:nvPr/>
        </p:nvGrpSpPr>
        <p:grpSpPr>
          <a:xfrm>
            <a:off x="735012" y="7321550"/>
            <a:ext cx="993775" cy="992187"/>
            <a:chOff x="735012" y="7321550"/>
            <a:chExt cx="993775" cy="992187"/>
          </a:xfrm>
        </p:grpSpPr>
        <p:sp>
          <p:nvSpPr>
            <p:cNvPr id="410" name="曲线"/>
            <p:cNvSpPr>
              <a:spLocks/>
            </p:cNvSpPr>
            <p:nvPr/>
          </p:nvSpPr>
          <p:spPr>
            <a:xfrm rot="0">
              <a:off x="735012" y="7321550"/>
              <a:ext cx="993775" cy="992187"/>
            </a:xfrm>
            <a:custGeom>
              <a:gdLst>
                <a:gd name="T1" fmla="*/ 0 w 21600"/>
                <a:gd name="T2" fmla="*/ 0 h 21600"/>
                <a:gd name="T3" fmla="*/ 21600 w 21600"/>
                <a:gd name="T4" fmla="*/ 21600 h 21600"/>
              </a:gdLst>
              <a:rect l="T1" t="T2" r="T3" b="T4"/>
              <a:pathLst>
                <a:path w="21600" h="21600">
                  <a:moveTo>
                    <a:pt x="10800" y="0"/>
                  </a:moveTo>
                  <a:cubicBezTo>
                    <a:pt x="4826" y="0"/>
                    <a:pt x="0" y="4826"/>
                    <a:pt x="0" y="10800"/>
                  </a:cubicBezTo>
                  <a:cubicBezTo>
                    <a:pt x="0" y="16773"/>
                    <a:pt x="4826" y="21600"/>
                    <a:pt x="10800" y="21600"/>
                  </a:cubicBezTo>
                  <a:cubicBezTo>
                    <a:pt x="16773" y="21600"/>
                    <a:pt x="21600" y="16773"/>
                    <a:pt x="21600" y="10800"/>
                  </a:cubicBezTo>
                  <a:cubicBezTo>
                    <a:pt x="21600" y="4826"/>
                    <a:pt x="16773" y="0"/>
                    <a:pt x="10800" y="0"/>
                  </a:cubicBezTo>
                  <a:lnTo>
                    <a:pt x="10800" y="0"/>
                  </a:lnTo>
                  <a:lnTo>
                    <a:pt x="10800" y="0"/>
                  </a:lnTo>
                  <a:close/>
                </a:path>
              </a:pathLst>
            </a:custGeom>
            <a:solidFill>
              <a:srgbClr val="FD6220"/>
            </a:solidFill>
            <a:ln w="12700" cmpd="sng" cap="flat">
              <a:noFill/>
              <a:prstDash val="solid"/>
              <a:miter/>
            </a:ln>
          </p:spPr>
        </p:sp>
        <p:sp>
          <p:nvSpPr>
            <p:cNvPr id="411" name="矩形"/>
            <p:cNvSpPr>
              <a:spLocks/>
            </p:cNvSpPr>
            <p:nvPr/>
          </p:nvSpPr>
          <p:spPr>
            <a:xfrm rot="0">
              <a:off x="828675" y="7345362"/>
              <a:ext cx="806449" cy="876300"/>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3700"/>
                </a:lnSpc>
                <a:spcBef>
                  <a:spcPts val="0"/>
                </a:spcBef>
                <a:spcAft>
                  <a:spcPts val="0"/>
                </a:spcAft>
                <a:buNone/>
              </a:pPr>
              <a:r>
                <a:rPr lang="en-US" altLang="zh-CN" sz="2600" b="0" i="0" u="none" strike="noStrike" kern="0" cap="none" spc="0" baseline="0">
                  <a:solidFill>
                    <a:srgbClr val="FFFEFE"/>
                  </a:solidFill>
                  <a:latin typeface="Gotham"/>
                  <a:ea typeface="Gotham"/>
                  <a:cs typeface="Gotham"/>
                  <a:sym typeface="Gotham"/>
                </a:rPr>
                <a:t>9</a:t>
              </a:r>
              <a:endParaRPr lang="zh-CN" altLang="en-US" sz="2600" b="0" i="0" u="none" strike="noStrike" kern="0" cap="none" spc="0" baseline="0">
                <a:solidFill>
                  <a:srgbClr val="FFFEFE"/>
                </a:solidFill>
                <a:latin typeface="Gotham"/>
                <a:ea typeface="Gotham"/>
                <a:cs typeface="Gotham"/>
                <a:sym typeface="Gotham"/>
              </a:endParaRPr>
            </a:p>
          </p:txBody>
        </p:sp>
      </p:grpSp>
      <p:grpSp>
        <p:nvGrpSpPr>
          <p:cNvPr id="415" name="组合"/>
          <p:cNvGrpSpPr>
            <a:grpSpLocks/>
          </p:cNvGrpSpPr>
          <p:nvPr/>
        </p:nvGrpSpPr>
        <p:grpSpPr>
          <a:xfrm>
            <a:off x="977900" y="3316287"/>
            <a:ext cx="507999" cy="542925"/>
            <a:chOff x="977900" y="3316287"/>
            <a:chExt cx="507999" cy="542925"/>
          </a:xfrm>
        </p:grpSpPr>
        <p:sp>
          <p:nvSpPr>
            <p:cNvPr id="413" name="曲线"/>
            <p:cNvSpPr>
              <a:spLocks/>
            </p:cNvSpPr>
            <p:nvPr/>
          </p:nvSpPr>
          <p:spPr>
            <a:xfrm rot="0">
              <a:off x="977900" y="33162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14" name="矩形"/>
            <p:cNvSpPr>
              <a:spLocks/>
            </p:cNvSpPr>
            <p:nvPr/>
          </p:nvSpPr>
          <p:spPr>
            <a:xfrm rot="0">
              <a:off x="1025525" y="3349625"/>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3</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18" name="组合"/>
          <p:cNvGrpSpPr>
            <a:grpSpLocks/>
          </p:cNvGrpSpPr>
          <p:nvPr/>
        </p:nvGrpSpPr>
        <p:grpSpPr>
          <a:xfrm>
            <a:off x="977900" y="1982787"/>
            <a:ext cx="507999" cy="542925"/>
            <a:chOff x="977900" y="1982787"/>
            <a:chExt cx="507999" cy="542925"/>
          </a:xfrm>
        </p:grpSpPr>
        <p:sp>
          <p:nvSpPr>
            <p:cNvPr id="416" name="曲线"/>
            <p:cNvSpPr>
              <a:spLocks/>
            </p:cNvSpPr>
            <p:nvPr/>
          </p:nvSpPr>
          <p:spPr>
            <a:xfrm rot="0">
              <a:off x="977900" y="1982787"/>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17" name="矩形"/>
            <p:cNvSpPr>
              <a:spLocks/>
            </p:cNvSpPr>
            <p:nvPr/>
          </p:nvSpPr>
          <p:spPr>
            <a:xfrm rot="0">
              <a:off x="1025525" y="2016124"/>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1</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21" name="组合"/>
          <p:cNvGrpSpPr>
            <a:grpSpLocks/>
          </p:cNvGrpSpPr>
          <p:nvPr/>
        </p:nvGrpSpPr>
        <p:grpSpPr>
          <a:xfrm>
            <a:off x="977900" y="3983037"/>
            <a:ext cx="507999" cy="544512"/>
            <a:chOff x="977900" y="3983037"/>
            <a:chExt cx="507999" cy="544512"/>
          </a:xfrm>
        </p:grpSpPr>
        <p:sp>
          <p:nvSpPr>
            <p:cNvPr id="419" name="曲线"/>
            <p:cNvSpPr>
              <a:spLocks/>
            </p:cNvSpPr>
            <p:nvPr/>
          </p:nvSpPr>
          <p:spPr>
            <a:xfrm rot="0">
              <a:off x="977900" y="3983037"/>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20" name="矩形"/>
            <p:cNvSpPr>
              <a:spLocks/>
            </p:cNvSpPr>
            <p:nvPr/>
          </p:nvSpPr>
          <p:spPr>
            <a:xfrm rot="0">
              <a:off x="1025525" y="4016375"/>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4</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24" name="组合"/>
          <p:cNvGrpSpPr>
            <a:grpSpLocks/>
          </p:cNvGrpSpPr>
          <p:nvPr/>
        </p:nvGrpSpPr>
        <p:grpSpPr>
          <a:xfrm>
            <a:off x="977900" y="2647950"/>
            <a:ext cx="507999" cy="544512"/>
            <a:chOff x="977900" y="2647950"/>
            <a:chExt cx="507999" cy="544512"/>
          </a:xfrm>
        </p:grpSpPr>
        <p:sp>
          <p:nvSpPr>
            <p:cNvPr id="422" name="曲线"/>
            <p:cNvSpPr>
              <a:spLocks/>
            </p:cNvSpPr>
            <p:nvPr/>
          </p:nvSpPr>
          <p:spPr>
            <a:xfrm rot="0">
              <a:off x="977900" y="2647950"/>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23" name="矩形"/>
            <p:cNvSpPr>
              <a:spLocks/>
            </p:cNvSpPr>
            <p:nvPr/>
          </p:nvSpPr>
          <p:spPr>
            <a:xfrm rot="0">
              <a:off x="1025525" y="2681287"/>
              <a:ext cx="412749" cy="460375"/>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2</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27" name="组合"/>
          <p:cNvGrpSpPr>
            <a:grpSpLocks/>
          </p:cNvGrpSpPr>
          <p:nvPr/>
        </p:nvGrpSpPr>
        <p:grpSpPr>
          <a:xfrm>
            <a:off x="977900" y="5318125"/>
            <a:ext cx="507999" cy="544512"/>
            <a:chOff x="977900" y="5318125"/>
            <a:chExt cx="507999" cy="544512"/>
          </a:xfrm>
        </p:grpSpPr>
        <p:sp>
          <p:nvSpPr>
            <p:cNvPr id="425" name="曲线"/>
            <p:cNvSpPr>
              <a:spLocks/>
            </p:cNvSpPr>
            <p:nvPr/>
          </p:nvSpPr>
          <p:spPr>
            <a:xfrm rot="0">
              <a:off x="977900" y="5318125"/>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26" name="矩形"/>
            <p:cNvSpPr>
              <a:spLocks/>
            </p:cNvSpPr>
            <p:nvPr/>
          </p:nvSpPr>
          <p:spPr>
            <a:xfrm rot="0">
              <a:off x="1025525" y="5351463"/>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6</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30" name="组合"/>
          <p:cNvGrpSpPr>
            <a:grpSpLocks/>
          </p:cNvGrpSpPr>
          <p:nvPr/>
        </p:nvGrpSpPr>
        <p:grpSpPr>
          <a:xfrm>
            <a:off x="977900" y="4651375"/>
            <a:ext cx="507999" cy="542925"/>
            <a:chOff x="977900" y="4651375"/>
            <a:chExt cx="507999" cy="542925"/>
          </a:xfrm>
        </p:grpSpPr>
        <p:sp>
          <p:nvSpPr>
            <p:cNvPr id="428" name="曲线"/>
            <p:cNvSpPr>
              <a:spLocks/>
            </p:cNvSpPr>
            <p:nvPr/>
          </p:nvSpPr>
          <p:spPr>
            <a:xfrm rot="0">
              <a:off x="977900" y="4651375"/>
              <a:ext cx="507999" cy="542925"/>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29" name="矩形"/>
            <p:cNvSpPr>
              <a:spLocks/>
            </p:cNvSpPr>
            <p:nvPr/>
          </p:nvSpPr>
          <p:spPr>
            <a:xfrm rot="0">
              <a:off x="1025525" y="4684713"/>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5</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33" name="组合"/>
          <p:cNvGrpSpPr>
            <a:grpSpLocks/>
          </p:cNvGrpSpPr>
          <p:nvPr/>
        </p:nvGrpSpPr>
        <p:grpSpPr>
          <a:xfrm>
            <a:off x="977900" y="5986462"/>
            <a:ext cx="507999" cy="542924"/>
            <a:chOff x="977900" y="5986462"/>
            <a:chExt cx="507999" cy="542924"/>
          </a:xfrm>
        </p:grpSpPr>
        <p:sp>
          <p:nvSpPr>
            <p:cNvPr id="431" name="曲线"/>
            <p:cNvSpPr>
              <a:spLocks/>
            </p:cNvSpPr>
            <p:nvPr/>
          </p:nvSpPr>
          <p:spPr>
            <a:xfrm rot="0">
              <a:off x="977900" y="5986462"/>
              <a:ext cx="507999" cy="542924"/>
            </a:xfrm>
            <a:custGeom>
              <a:gdLst>
                <a:gd name="T1" fmla="*/ 0 w 21600"/>
                <a:gd name="T2" fmla="*/ 0 h 21600"/>
                <a:gd name="T3" fmla="*/ 21600 w 21600"/>
                <a:gd name="T4" fmla="*/ 21600 h 21600"/>
              </a:gdLst>
              <a:rect l="T1" t="T2" r="T3" b="T4"/>
              <a:pathLst>
                <a:path w="21600" h="21600">
                  <a:moveTo>
                    <a:pt x="10800" y="0"/>
                  </a:moveTo>
                  <a:cubicBezTo>
                    <a:pt x="4833" y="0"/>
                    <a:pt x="0" y="4819"/>
                    <a:pt x="0" y="10800"/>
                  </a:cubicBezTo>
                  <a:cubicBezTo>
                    <a:pt x="0" y="16755"/>
                    <a:pt x="4833" y="21600"/>
                    <a:pt x="10800" y="21600"/>
                  </a:cubicBezTo>
                  <a:cubicBezTo>
                    <a:pt x="16767" y="21600"/>
                    <a:pt x="21600" y="16755"/>
                    <a:pt x="21600" y="10800"/>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32" name="矩形"/>
            <p:cNvSpPr>
              <a:spLocks/>
            </p:cNvSpPr>
            <p:nvPr/>
          </p:nvSpPr>
          <p:spPr>
            <a:xfrm rot="0">
              <a:off x="1025525" y="6019800"/>
              <a:ext cx="412749" cy="458787"/>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7</a:t>
              </a:r>
              <a:endParaRPr lang="zh-CN" altLang="en-US" sz="1700" b="0" i="0" u="none" strike="noStrike" kern="0" cap="none" spc="0" baseline="0">
                <a:solidFill>
                  <a:srgbClr val="191919"/>
                </a:solidFill>
                <a:latin typeface="Gotham"/>
                <a:ea typeface="Gotham"/>
                <a:cs typeface="Gotham"/>
                <a:sym typeface="Gotham"/>
              </a:endParaRPr>
            </a:p>
          </p:txBody>
        </p:sp>
      </p:grpSp>
      <p:grpSp>
        <p:nvGrpSpPr>
          <p:cNvPr id="436" name="组合"/>
          <p:cNvGrpSpPr>
            <a:grpSpLocks/>
          </p:cNvGrpSpPr>
          <p:nvPr/>
        </p:nvGrpSpPr>
        <p:grpSpPr>
          <a:xfrm>
            <a:off x="977900" y="6653213"/>
            <a:ext cx="507999" cy="544512"/>
            <a:chOff x="977900" y="6653213"/>
            <a:chExt cx="507999" cy="544512"/>
          </a:xfrm>
        </p:grpSpPr>
        <p:sp>
          <p:nvSpPr>
            <p:cNvPr id="434" name="曲线"/>
            <p:cNvSpPr>
              <a:spLocks/>
            </p:cNvSpPr>
            <p:nvPr/>
          </p:nvSpPr>
          <p:spPr>
            <a:xfrm rot="0">
              <a:off x="977900" y="6653213"/>
              <a:ext cx="507999" cy="544512"/>
            </a:xfrm>
            <a:custGeom>
              <a:gdLst>
                <a:gd name="T1" fmla="*/ 0 w 21600"/>
                <a:gd name="T2" fmla="*/ 0 h 21600"/>
                <a:gd name="T3" fmla="*/ 21600 w 21600"/>
                <a:gd name="T4" fmla="*/ 21600 h 21600"/>
              </a:gdLst>
              <a:rect l="T1" t="T2" r="T3" b="T4"/>
              <a:pathLst>
                <a:path w="21600" h="21600">
                  <a:moveTo>
                    <a:pt x="10800" y="0"/>
                  </a:moveTo>
                  <a:cubicBezTo>
                    <a:pt x="4833" y="0"/>
                    <a:pt x="0" y="4819"/>
                    <a:pt x="0" y="10799"/>
                  </a:cubicBezTo>
                  <a:cubicBezTo>
                    <a:pt x="0" y="16755"/>
                    <a:pt x="4833" y="21600"/>
                    <a:pt x="10800" y="21600"/>
                  </a:cubicBezTo>
                  <a:cubicBezTo>
                    <a:pt x="16767" y="21600"/>
                    <a:pt x="21600" y="16755"/>
                    <a:pt x="21600" y="10799"/>
                  </a:cubicBezTo>
                  <a:cubicBezTo>
                    <a:pt x="21600" y="4819"/>
                    <a:pt x="16767" y="0"/>
                    <a:pt x="10800" y="0"/>
                  </a:cubicBezTo>
                  <a:lnTo>
                    <a:pt x="10800" y="0"/>
                  </a:lnTo>
                  <a:lnTo>
                    <a:pt x="10800" y="0"/>
                  </a:lnTo>
                  <a:close/>
                </a:path>
              </a:pathLst>
            </a:custGeom>
            <a:solidFill>
              <a:srgbClr val="FFFEFE"/>
            </a:solidFill>
            <a:ln w="12700" cmpd="sng" cap="flat">
              <a:solidFill>
                <a:srgbClr val="FD6220"/>
              </a:solidFill>
              <a:prstDash val="solid"/>
              <a:miter/>
            </a:ln>
          </p:spPr>
        </p:sp>
        <p:sp>
          <p:nvSpPr>
            <p:cNvPr id="435" name="矩形"/>
            <p:cNvSpPr>
              <a:spLocks/>
            </p:cNvSpPr>
            <p:nvPr/>
          </p:nvSpPr>
          <p:spPr>
            <a:xfrm rot="0">
              <a:off x="1025525" y="6686550"/>
              <a:ext cx="412749" cy="460374"/>
            </a:xfrm>
            <a:prstGeom prst="rect"/>
            <a:noFill/>
            <a:ln w="12700" cmpd="sng" cap="flat">
              <a:noFill/>
              <a:prstDash val="solid"/>
              <a:miter/>
            </a:ln>
          </p:spPr>
          <p:txBody>
            <a:bodyPr vert="horz" wrap="square" lIns="50800" tIns="50800" rIns="50800" bIns="50800" anchor="ctr" anchorCtr="0">
              <a:prstTxWarp prst="textNoShape"/>
            </a:bodyPr>
            <a:lstStyle/>
            <a:p>
              <a:pPr marL="0" indent="0" algn="ctr">
                <a:lnSpc>
                  <a:spcPts val="2300"/>
                </a:lnSpc>
                <a:spcBef>
                  <a:spcPts val="0"/>
                </a:spcBef>
                <a:spcAft>
                  <a:spcPts val="0"/>
                </a:spcAft>
                <a:buNone/>
              </a:pPr>
              <a:r>
                <a:rPr lang="en-US" altLang="zh-CN" sz="1700" b="0" i="0" u="none" strike="noStrike" kern="0" cap="none" spc="0" baseline="0">
                  <a:solidFill>
                    <a:srgbClr val="191919"/>
                  </a:solidFill>
                  <a:latin typeface="Gotham"/>
                  <a:ea typeface="Gotham"/>
                  <a:cs typeface="Gotham"/>
                  <a:sym typeface="Gotham"/>
                </a:rPr>
                <a:t>8</a:t>
              </a:r>
              <a:endParaRPr lang="zh-CN" altLang="en-US" sz="1700" b="0" i="0" u="none" strike="noStrike" kern="0" cap="none" spc="0" baseline="0">
                <a:solidFill>
                  <a:srgbClr val="191919"/>
                </a:solidFill>
                <a:latin typeface="Gotham"/>
                <a:ea typeface="Gotham"/>
                <a:cs typeface="Gotham"/>
                <a:sym typeface="Gotham"/>
              </a:endParaRPr>
            </a:p>
          </p:txBody>
        </p:sp>
      </p:grpSp>
      <p:sp>
        <p:nvSpPr>
          <p:cNvPr id="437" name="曲线"/>
          <p:cNvSpPr>
            <a:spLocks/>
          </p:cNvSpPr>
          <p:nvPr/>
        </p:nvSpPr>
        <p:spPr>
          <a:xfrm rot="0">
            <a:off x="16313150" y="1028700"/>
            <a:ext cx="946151" cy="236537"/>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grpSp>
        <p:nvGrpSpPr>
          <p:cNvPr id="440" name="组合"/>
          <p:cNvGrpSpPr>
            <a:grpSpLocks/>
          </p:cNvGrpSpPr>
          <p:nvPr/>
        </p:nvGrpSpPr>
        <p:grpSpPr>
          <a:xfrm>
            <a:off x="16786224" y="-354012"/>
            <a:ext cx="10995023" cy="10995025"/>
            <a:chOff x="16786224" y="-354012"/>
            <a:chExt cx="10995023" cy="10995025"/>
          </a:xfrm>
        </p:grpSpPr>
        <p:sp>
          <p:nvSpPr>
            <p:cNvPr id="438" name="曲线"/>
            <p:cNvSpPr>
              <a:spLocks/>
            </p:cNvSpPr>
            <p:nvPr/>
          </p:nvSpPr>
          <p:spPr>
            <a:xfrm rot="0">
              <a:off x="16786224" y="-354012"/>
              <a:ext cx="10995023" cy="10995025"/>
            </a:xfrm>
            <a:custGeom>
              <a:gdLst>
                <a:gd name="T1" fmla="*/ 0 w 21600"/>
                <a:gd name="T2" fmla="*/ 0 h 21600"/>
                <a:gd name="T3" fmla="*/ 21600 w 21600"/>
                <a:gd name="T4" fmla="*/ 21600 h 21600"/>
              </a:gdLst>
              <a:rect l="T1" t="T2" r="T3" b="T4"/>
              <a:pathLst>
                <a:path w="21600" h="21600">
                  <a:moveTo>
                    <a:pt x="10800" y="0"/>
                  </a:moveTo>
                  <a:cubicBezTo>
                    <a:pt x="4834" y="0"/>
                    <a:pt x="0" y="4834"/>
                    <a:pt x="0" y="10800"/>
                  </a:cubicBezTo>
                  <a:cubicBezTo>
                    <a:pt x="0" y="16764"/>
                    <a:pt x="4834" y="21600"/>
                    <a:pt x="10800" y="21600"/>
                  </a:cubicBezTo>
                  <a:cubicBezTo>
                    <a:pt x="16764" y="21600"/>
                    <a:pt x="21600" y="16764"/>
                    <a:pt x="21600" y="10800"/>
                  </a:cubicBezTo>
                  <a:cubicBezTo>
                    <a:pt x="21600" y="4834"/>
                    <a:pt x="16764" y="0"/>
                    <a:pt x="10800" y="0"/>
                  </a:cubicBezTo>
                  <a:lnTo>
                    <a:pt x="10800" y="0"/>
                  </a:lnTo>
                  <a:lnTo>
                    <a:pt x="10800" y="0"/>
                  </a:lnTo>
                  <a:close/>
                </a:path>
              </a:pathLst>
            </a:custGeom>
            <a:noFill/>
            <a:ln w="619125" cmpd="sng" cap="flat">
              <a:solidFill>
                <a:srgbClr val="FD6220"/>
              </a:solidFill>
              <a:prstDash val="solid"/>
              <a:miter/>
            </a:ln>
          </p:spPr>
        </p:sp>
        <p:sp>
          <p:nvSpPr>
            <p:cNvPr id="439" name="矩形"/>
            <p:cNvSpPr>
              <a:spLocks/>
            </p:cNvSpPr>
            <p:nvPr/>
          </p:nvSpPr>
          <p:spPr>
            <a:xfrm rot="0">
              <a:off x="17816512" y="290512"/>
              <a:ext cx="8932863" cy="9320212"/>
            </a:xfrm>
            <a:prstGeom prst="rect"/>
            <a:noFill/>
            <a:ln w="12700" cmpd="sng" cap="flat">
              <a:noFill/>
              <a:prstDash val="solid"/>
              <a:miter/>
            </a:ln>
          </p:spPr>
        </p:sp>
      </p:grpSp>
      <p:sp>
        <p:nvSpPr>
          <p:cNvPr id="441" name="矩形"/>
          <p:cNvSpPr>
            <a:spLocks/>
          </p:cNvSpPr>
          <p:nvPr/>
        </p:nvSpPr>
        <p:spPr>
          <a:xfrm rot="0">
            <a:off x="190500" y="290512"/>
            <a:ext cx="17907002" cy="81597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4800" b="1" i="0" u="none" strike="noStrike" kern="0" cap="none" spc="0" baseline="0">
                <a:solidFill>
                  <a:srgbClr val="0033CC"/>
                </a:solidFill>
                <a:latin typeface="Times New Roman" pitchFamily="18" charset="0"/>
                <a:ea typeface="宋体" pitchFamily="0" charset="0"/>
                <a:cs typeface="Times New Roman" pitchFamily="18" charset="0"/>
              </a:rPr>
              <a:t>ADVANTAGES &amp; LIMITATIONS</a:t>
            </a:r>
            <a:endParaRPr lang="zh-CN" altLang="en-US" sz="4800" b="1" i="0" u="none" strike="noStrike" kern="0" cap="none" spc="0" baseline="0">
              <a:solidFill>
                <a:srgbClr val="0033CC"/>
              </a:solidFill>
              <a:latin typeface="Times New Roman" pitchFamily="18" charset="0"/>
              <a:ea typeface="宋体" pitchFamily="0" charset="0"/>
              <a:cs typeface="Times New Roman" pitchFamily="18" charset="0"/>
            </a:endParaRPr>
          </a:p>
        </p:txBody>
      </p:sp>
      <p:sp>
        <p:nvSpPr>
          <p:cNvPr id="442" name="矩形"/>
          <p:cNvSpPr>
            <a:spLocks/>
          </p:cNvSpPr>
          <p:nvPr/>
        </p:nvSpPr>
        <p:spPr>
          <a:xfrm rot="0">
            <a:off x="2359025" y="1663700"/>
            <a:ext cx="14576426" cy="7807325"/>
          </a:xfrm>
          <a:prstGeom prst="rect"/>
          <a:noFill/>
          <a:ln w="12700" cmpd="sng" cap="flat">
            <a:noFill/>
            <a:prstDash val="solid"/>
            <a:miter/>
          </a:ln>
        </p:spPr>
        <p:txBody>
          <a:bodyPr vert="horz" wrap="square" lIns="91440" tIns="45720" rIns="91440" bIns="45720" anchor="t" anchorCtr="0">
            <a:prstTxWarp prst="textNoShape"/>
            <a:spAutoFit/>
          </a:bodyPr>
          <a:lstStyle/>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1" i="0" u="none" strike="noStrike" kern="0" cap="none" spc="0" baseline="0">
                <a:solidFill>
                  <a:srgbClr val="0033CC"/>
                </a:solidFill>
                <a:latin typeface="Calibri" pitchFamily="0" charset="0"/>
                <a:ea typeface="宋体" pitchFamily="0" charset="0"/>
                <a:cs typeface="Calibri" pitchFamily="0" charset="0"/>
              </a:rPr>
              <a:t>Advantages:</a:t>
            </a:r>
            <a:endParaRPr lang="en-US" altLang="zh-CN" sz="2800" b="1" i="0" u="none" strike="noStrike" kern="0" cap="none" spc="0" baseline="0">
              <a:solidFill>
                <a:srgbClr val="0033CC"/>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1. Simple and user-friendly registration and login system.</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2. Subscription-based content access (Basic, Gold, Premium).</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3. Responsive design that works on mobile and laptop devices.</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4. Cloud </a:t>
            </a:r>
            <a:r>
              <a:rPr lang="en-US" altLang="zh-CN" sz="2800" b="0" i="0" u="none" strike="noStrike" kern="0" cap="none" spc="0" baseline="0">
                <a:solidFill>
                  <a:schemeClr val="tx1"/>
                </a:solidFill>
                <a:latin typeface="Calibri" pitchFamily="0" charset="0"/>
                <a:ea typeface="宋体" pitchFamily="0" charset="0"/>
                <a:cs typeface="Calibri" pitchFamily="0" charset="0"/>
              </a:rPr>
              <a:t>deployment using Netlify provides easy global access.</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1" i="0" u="none" strike="noStrike" kern="0" cap="none" spc="0" baseline="0">
                <a:solidFill>
                  <a:srgbClr val="0033CC"/>
                </a:solidFill>
                <a:latin typeface="Calibri" pitchFamily="0" charset="0"/>
                <a:ea typeface="宋体" pitchFamily="0" charset="0"/>
                <a:cs typeface="Calibri" pitchFamily="0" charset="0"/>
              </a:rPr>
              <a:t>Limitations:</a:t>
            </a:r>
            <a:endParaRPr lang="en-US" altLang="zh-CN" sz="2800" b="1" i="0" u="none" strike="noStrike" kern="0" cap="none" spc="0" baseline="0">
              <a:solidFill>
                <a:srgbClr val="0033CC"/>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1" i="0" u="none" strike="noStrike" kern="0" cap="none" spc="0" baseline="0">
                <a:solidFill>
                  <a:schemeClr val="tx1"/>
                </a:solidFill>
                <a:latin typeface="Calibri" pitchFamily="0" charset="0"/>
                <a:ea typeface="宋体" pitchFamily="0" charset="0"/>
                <a:cs typeface="Calibri" pitchFamily="0" charset="0"/>
              </a:rPr>
              <a:t> </a:t>
            </a:r>
            <a:endParaRPr lang="en-US" altLang="zh-CN" sz="2800" b="1"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1. Uses client-side storage, so data is limited to the browser.</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2. No real payment gateway (demo payment only).</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3. Requires internet connection to access hosted content.</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None/>
            </a:pPr>
            <a:r>
              <a:rPr lang="en-US" altLang="zh-CN" sz="2800" b="0" i="0" u="none" strike="noStrike" kern="0" cap="none" spc="0" baseline="0">
                <a:solidFill>
                  <a:schemeClr val="tx1"/>
                </a:solidFill>
                <a:latin typeface="Calibri" pitchFamily="0" charset="0"/>
                <a:ea typeface="宋体" pitchFamily="0" charset="0"/>
                <a:cs typeface="Calibri" pitchFamily="0" charset="0"/>
              </a:rPr>
              <a:t>4. Limited security compared to full backend-based systems.</a:t>
            </a: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en-US" altLang="zh-CN" sz="2800" b="0" i="0" u="none" strike="noStrike" kern="0" cap="none" spc="0" baseline="0">
              <a:solidFill>
                <a:schemeClr val="tx1"/>
              </a:solidFill>
              <a:latin typeface="Calibri" pitchFamily="0" charset="0"/>
              <a:ea typeface="宋体" pitchFamily="0" charset="0"/>
              <a:cs typeface="Calibri" pitchFamily="0" charset="0"/>
            </a:endParaRPr>
          </a:p>
          <a:p>
            <a:pPr marL="457200" indent="-457200" algn="l">
              <a:lnSpc>
                <a:spcPct val="100000"/>
              </a:lnSpc>
              <a:spcBef>
                <a:spcPts val="0"/>
              </a:spcBef>
              <a:spcAft>
                <a:spcPts val="0"/>
              </a:spcAft>
              <a:buClrTx/>
              <a:buChar char="-"/>
            </a:pPr>
            <a:endParaRPr lang="zh-CN" altLang="en-US" sz="2800" b="0" i="0" u="none" strike="noStrike" kern="0" cap="none" spc="0" baseline="0">
              <a:solidFill>
                <a:schemeClr val="tx1"/>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618791938"/>
      </p:ext>
    </p:extLst>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p:cSld>
    <p:bg>
      <p:bgPr>
        <a:solidFill>
          <a:srgbClr val="FFFFFE"/>
        </a:solidFill>
      </p:bgPr>
    </p:bg>
    <p:spTree>
      <p:nvGrpSpPr>
        <p:cNvPr id="1" name=""/>
        <p:cNvGrpSpPr/>
        <p:nvPr/>
      </p:nvGrpSpPr>
      <p:grpSpPr>
        <a:xfrm>
          <a:off x="0" y="0"/>
          <a:ext cx="0" cy="0"/>
          <a:chOff x="0" y="0"/>
          <a:chExt cx="0" cy="0"/>
        </a:xfrm>
      </p:grpSpPr>
      <p:sp>
        <p:nvSpPr>
          <p:cNvPr id="443" name="曲线"/>
          <p:cNvSpPr>
            <a:spLocks/>
          </p:cNvSpPr>
          <p:nvPr/>
        </p:nvSpPr>
        <p:spPr>
          <a:xfrm rot="0">
            <a:off x="16313150" y="1028700"/>
            <a:ext cx="946151" cy="236537"/>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lnTo>
                  <a:pt x="0" y="0"/>
                </a:lnTo>
                <a:lnTo>
                  <a:pt x="0" y="0"/>
                </a:lnTo>
                <a:close/>
              </a:path>
            </a:pathLst>
          </a:custGeom>
          <a:blipFill rotWithShape="1">
            <a:blip r:embed="rId1"/>
            <a:stretch/>
          </a:blipFill>
          <a:ln w="12700" cmpd="sng" cap="flat">
            <a:noFill/>
            <a:prstDash val="solid"/>
            <a:miter/>
          </a:ln>
        </p:spPr>
      </p:sp>
      <p:sp>
        <p:nvSpPr>
          <p:cNvPr id="444" name="矩形"/>
          <p:cNvSpPr>
            <a:spLocks/>
          </p:cNvSpPr>
          <p:nvPr/>
        </p:nvSpPr>
        <p:spPr>
          <a:xfrm rot="0">
            <a:off x="3200400" y="4486275"/>
            <a:ext cx="11160126" cy="1282699"/>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10100"/>
              </a:lnSpc>
              <a:spcBef>
                <a:spcPts val="0"/>
              </a:spcBef>
              <a:spcAft>
                <a:spcPts val="0"/>
              </a:spcAft>
              <a:buNone/>
            </a:pPr>
            <a:r>
              <a:rPr lang="en-US" altLang="zh-CN" sz="11100" b="1" i="1" u="none" strike="noStrike" kern="0" cap="none" spc="0" baseline="0">
                <a:solidFill>
                  <a:srgbClr val="191919"/>
                </a:solidFill>
                <a:latin typeface="Gotham Bold Italics"/>
                <a:ea typeface="Gotham Bold Italics"/>
                <a:cs typeface="Gotham Bold Italics"/>
                <a:sym typeface="Gotham Bold Italics"/>
              </a:rPr>
              <a:t>Thank you</a:t>
            </a:r>
            <a:endParaRPr lang="zh-CN" altLang="en-US" sz="11100" b="1" i="1" u="none" strike="noStrike" kern="0" cap="none" spc="0" baseline="0">
              <a:solidFill>
                <a:srgbClr val="191919"/>
              </a:solidFill>
              <a:latin typeface="Gotham Bold Italics"/>
              <a:ea typeface="Gotham Bold Italics"/>
              <a:cs typeface="Gotham Bold Italics"/>
              <a:sym typeface="Gotham Bold Italics"/>
            </a:endParaRPr>
          </a:p>
        </p:txBody>
      </p:sp>
      <p:grpSp>
        <p:nvGrpSpPr>
          <p:cNvPr id="447" name="组合"/>
          <p:cNvGrpSpPr>
            <a:grpSpLocks/>
          </p:cNvGrpSpPr>
          <p:nvPr/>
        </p:nvGrpSpPr>
        <p:grpSpPr>
          <a:xfrm>
            <a:off x="16786224" y="-354012"/>
            <a:ext cx="10995023" cy="10995025"/>
            <a:chOff x="16786224" y="-354012"/>
            <a:chExt cx="10995023" cy="10995025"/>
          </a:xfrm>
        </p:grpSpPr>
        <p:sp>
          <p:nvSpPr>
            <p:cNvPr id="445" name="曲线"/>
            <p:cNvSpPr>
              <a:spLocks/>
            </p:cNvSpPr>
            <p:nvPr/>
          </p:nvSpPr>
          <p:spPr>
            <a:xfrm rot="0">
              <a:off x="16786224" y="-354012"/>
              <a:ext cx="10995023" cy="10995025"/>
            </a:xfrm>
            <a:custGeom>
              <a:gdLst>
                <a:gd name="T1" fmla="*/ 0 w 21600"/>
                <a:gd name="T2" fmla="*/ 0 h 21600"/>
                <a:gd name="T3" fmla="*/ 21600 w 21600"/>
                <a:gd name="T4" fmla="*/ 21600 h 21600"/>
              </a:gdLst>
              <a:rect l="T1" t="T2" r="T3" b="T4"/>
              <a:pathLst>
                <a:path w="21600" h="21600">
                  <a:moveTo>
                    <a:pt x="10800" y="0"/>
                  </a:moveTo>
                  <a:cubicBezTo>
                    <a:pt x="4834" y="0"/>
                    <a:pt x="0" y="4834"/>
                    <a:pt x="0" y="10800"/>
                  </a:cubicBezTo>
                  <a:cubicBezTo>
                    <a:pt x="0" y="16764"/>
                    <a:pt x="4834" y="21600"/>
                    <a:pt x="10800" y="21600"/>
                  </a:cubicBezTo>
                  <a:cubicBezTo>
                    <a:pt x="16764" y="21600"/>
                    <a:pt x="21600" y="16764"/>
                    <a:pt x="21600" y="10800"/>
                  </a:cubicBezTo>
                  <a:cubicBezTo>
                    <a:pt x="21600" y="4834"/>
                    <a:pt x="16764" y="0"/>
                    <a:pt x="10800" y="0"/>
                  </a:cubicBezTo>
                  <a:lnTo>
                    <a:pt x="10800" y="0"/>
                  </a:lnTo>
                  <a:lnTo>
                    <a:pt x="10800" y="0"/>
                  </a:lnTo>
                  <a:close/>
                </a:path>
              </a:pathLst>
            </a:custGeom>
            <a:noFill/>
            <a:ln w="619125" cmpd="sng" cap="flat">
              <a:solidFill>
                <a:srgbClr val="FD6220"/>
              </a:solidFill>
              <a:prstDash val="solid"/>
              <a:miter/>
            </a:ln>
          </p:spPr>
        </p:sp>
        <p:sp>
          <p:nvSpPr>
            <p:cNvPr id="446" name="矩形"/>
            <p:cNvSpPr>
              <a:spLocks/>
            </p:cNvSpPr>
            <p:nvPr/>
          </p:nvSpPr>
          <p:spPr>
            <a:xfrm rot="0">
              <a:off x="17816512" y="290512"/>
              <a:ext cx="8932863" cy="9320212"/>
            </a:xfrm>
            <a:prstGeom prst="rect"/>
            <a:noFill/>
            <a:ln w="12700" cmpd="sng" cap="flat">
              <a:noFill/>
              <a:prstDash val="solid"/>
              <a:miter/>
            </a:ln>
          </p:spPr>
        </p:sp>
      </p:grpSp>
    </p:spTree>
    <p:extLst>
      <p:ext uri="{BB962C8B-B14F-4D97-AF65-F5344CB8AC3E}">
        <p14:creationId xmlns:p14="http://schemas.microsoft.com/office/powerpoint/2010/main" val="706012351"/>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365</TotalTime>
  <Application>Yozo_Office</Application>
</Properties>
</file>

<file path=docProps/core.xml><?xml version="1.0" encoding="utf-8"?>
<cp:coreProperties xmlns:cp="http://schemas.openxmlformats.org/package/2006/metadata/core-properties" xmlns:dc="http://purl.org/dc/elements/1.1/" xmlns:dcterms="http://purl.org/dc/terms/" xmlns:xsi="http://www.w3.org/2001/XMLSchema-instance">
  <dc:title>White and Orange Simple Portfolio Presentation</dc:title>
  <cp:lastModifiedBy>root</cp:lastModifiedBy>
  <cp:revision>11</cp:revision>
  <dcterms:created xsi:type="dcterms:W3CDTF">2006-08-16T00:00:00Z</dcterms:created>
  <dcterms:modified xsi:type="dcterms:W3CDTF">2026-03-26T01:35:40Z</dcterms:modified>
</cp:coreProperties>
</file>